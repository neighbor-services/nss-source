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5e04461-37ff-b5af-ec31-7c1d47ca4bed}">
          <p14:sldIdLst>
            <p14:sldId id="256"/>
          </p14:sldIdLst>
        </p14:section>
        <p14:section name="Problem" id="{214aa9f0-71be-553e-842a-1078f23eb6f9}">
          <p14:sldIdLst>
            <p14:sldId id="257"/>
          </p14:sldIdLst>
        </p14:section>
        <p14:section name="Solution" id="{0eca7ac2-d872-c18c-5815-2601c96fd832}">
          <p14:sldIdLst>
            <p14:sldId id="258"/>
            <p14:sldId id="259"/>
            <p14:sldId id="260"/>
            <p14:sldId id="261"/>
          </p14:sldIdLst>
        </p14:section>
        <p14:section name="Background check" id="{249c3ffd-5a35-f468-1b66-27e618dd8c15}">
          <p14:sldIdLst>
            <p14:sldId id="262"/>
            <p14:sldId id="263"/>
          </p14:sldIdLst>
        </p14:section>
        <p14:section name="Build" id="{5a1e78af-a604-4d9c-ec76-6a5e9c0c3e9a}">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shipped Neighbor Service and found the provider sign-up path is confusing and, worse, un-gated. The redesign: providers explore the dashboard right after their profile, and a backend-enforced background-check gate sits in front of any contact with seekers.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profile dashboard, then a separate background-check dashboard, then a subscription dashboard. The red arrow is the bug — nothing checks the Checkr result before subscription opens. Three user problems follow: no roadmap, a paid and slow check that arrives cold, and no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Providers explore the dashboard as soon as their profile is saved, and the background check runs alongside. The gold gate is the point: plans and any contact with seekers open only when Checkr returns Clear, enforced by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step 1, providers land on the real dashboard in explore mode. A setup banner stays on top and starts the background check in one tap. They see real demand near them, anonymised. Any action that reaches a seeker is locked and explains why, and seekers can't find them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simple: anything that only affects the provider is open after their profile; anything that reaches a seeker, or costs money, waits for a Clear result. Seeker personal data is never shown to an unverified provider. When they tap a locked action we prompt the check right there, which is when they're most motivated.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has exactly one screen, one primary button and one locked message. Step 0 is a one-time explainer shown right after choosing Provider: what they can do now, what needs a check, and how long it takes. The background-check screen opens from the setup banner or from any locked action. Copy is a draft for design to tighten.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is a state machine driven by Checkr's report status. Pending fans out to Clear, Consider or Suspended. Consider can still resolve to Clear after manual review; Suspended returns to Pending once the candidate supplies what Checkr asked for. Only Clear unlocks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card, five states. Pending has no button, Clear hands the user straight to step 3, Consider routes to support. Suspended asks for more information, Declined closes the provider path but keeps the Seeker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rule closes the bug that shipped: the backend owns onboarding state and the app only renders it. Every seeker-facing endpoint — search, messaging, offers, jobs and plans — checks the background-check status itself. Seeker personal data never reaches an unverified provider, Checkr webhooks are the only source of truth, and transitions only move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498080" cy="15544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520440"/>
            <a:ext cx="813816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Neighbor Service · Proposed provider onboarding redesign</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498080" cy="1554480"/>
          </a:xfrm>
          <a:prstGeom prst="rect">
            <a:avLst/>
          </a:prstGeom>
          <a:noFill/>
          <a:ln/>
        </p:spPr>
        <p:txBody>
          <a:bodyPr wrap="square" lIns="0" tIns="0" rIns="0" bIns="0" rtlCol="0" anchor="b"/>
          <a:lstStyle/>
          <a:p>
            <a:pPr algn="l" indent="0" marL="0">
              <a:buNone/>
            </a:pPr>
            <a:r>
              <a:rPr lang="en-US" sz="4800" b="1" dirty="0">
                <a:solidFill>
                  <a:schemeClr val="bg1"/>
                </a:solidFill>
              </a:rPr>
              <a:t>Proposed Provider Onboarding Redesign</a:t>
            </a:r>
            <a:endParaRPr lang="en-US" sz="4800" dirty="0"/>
          </a:p>
        </p:txBody>
      </p:sp>
      <p:sp>
        <p:nvSpPr>
          <p:cNvPr id="3" name="Text 0"/>
          <p:cNvSpPr/>
          <p:nvPr>
            <p:ph idx="101" type="body" hasCustomPrompt="1"/>
          </p:nvPr>
        </p:nvSpPr>
        <p:spPr>
          <a:xfrm>
            <a:off x="640080" y="3520440"/>
            <a:ext cx="8138160" cy="914400"/>
          </a:xfrm>
          <a:prstGeom prst="rect">
            <a:avLst/>
          </a:prstGeom>
          <a:noFill/>
          <a:ln/>
        </p:spPr>
        <p:txBody>
          <a:bodyPr wrap="square" lIns="0" tIns="0" rIns="0" bIns="0" rtlCol="0" anchor="t"/>
          <a:lstStyle/>
          <a:p>
            <a:pPr indent="0" marL="0">
              <a:buNone/>
            </a:pPr>
            <a:r>
              <a:rPr lang="en-US" sz="2000" dirty="0">
                <a:solidFill>
                  <a:schemeClr val="bg2"/>
                </a:solidFill>
              </a:rPr>
              <a:t>Explore first, verify before the first seeker contact</a:t>
            </a:r>
            <a:endParaRPr lang="en-US" sz="2000" dirty="0"/>
          </a:p>
        </p:txBody>
      </p:sp>
      <p:sp>
        <p:nvSpPr>
          <p:cNvPr id="4" name="a01f_date"/>
          <p:cNvSpPr txBox="1"/>
          <p:nvPr/>
        </p:nvSpPr>
        <p:spPr>
          <a:xfrm>
            <a:off x="640080" y="4846320"/>
            <a:ext cx="6400800" cy="365760"/>
          </a:xfrm>
          <a:prstGeom prst="rect">
            <a:avLst/>
          </a:prstGeom>
          <a:noFill/>
          <a:ln/>
        </p:spPr>
        <p:txBody>
          <a:bodyPr wrap="square" lIns="0" tIns="0" rIns="0" bIns="0" rtlCol="0" anchor="t"/>
          <a:lstStyle/>
          <a:p>
            <a:pPr algn="l" indent="0" marL="0">
              <a:buNone/>
            </a:pPr>
            <a:r>
              <a:rPr lang="en-US" sz="1400" b="1" dirty="0">
                <a:solidFill>
                  <a:schemeClr val="accent3"/>
                </a:solidFill>
              </a:rPr>
              <a:t>Neighbor Service  ·  Product &amp; QA  ·  October 2026</a:t>
            </a:r>
            <a:endParaRPr lang="en-US" sz="1400" dirty="0"/>
          </a:p>
        </p:txBody>
      </p:sp>
      <p:sp>
        <p:nvSpPr>
          <p:cNvPr id="5" name="a02d_spine"/>
          <p:cNvSpPr/>
          <p:nvPr/>
        </p:nvSpPr>
        <p:spPr>
          <a:xfrm>
            <a:off x="9601200" y="1188720"/>
            <a:ext cx="0" cy="4206240"/>
          </a:xfrm>
          <a:prstGeom prst="line">
            <a:avLst/>
          </a:prstGeom>
          <a:noFill/>
          <a:ln w="38100">
            <a:solidFill>
              <a:srgbClr val="7F8DB3"/>
            </a:solidFill>
            <a:prstDash val="solid"/>
          </a:ln>
        </p:spPr>
      </p:sp>
      <p:sp>
        <p:nvSpPr>
          <p:cNvPr id="6" name="a03z_step1"/>
          <p:cNvSpPr/>
          <p:nvPr/>
        </p:nvSpPr>
        <p:spPr>
          <a:xfrm>
            <a:off x="9235440" y="822960"/>
            <a:ext cx="731520" cy="731520"/>
          </a:xfrm>
          <a:prstGeom prst="ellipse">
            <a:avLst/>
          </a:prstGeom>
          <a:solidFill>
            <a:schemeClr val="accent2"/>
          </a:solidFill>
          <a:ln/>
        </p:spPr>
      </p:sp>
      <p:sp>
        <p:nvSpPr>
          <p:cNvPr id="7" name="a03z_step1_n"/>
          <p:cNvSpPr txBox="1"/>
          <p:nvPr/>
        </p:nvSpPr>
        <p:spPr>
          <a:xfrm>
            <a:off x="9235440" y="8229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a03z_steplbl1"/>
          <p:cNvSpPr txBox="1"/>
          <p:nvPr/>
        </p:nvSpPr>
        <p:spPr>
          <a:xfrm>
            <a:off x="10149840" y="960120"/>
            <a:ext cx="1828800" cy="457200"/>
          </a:xfrm>
          <a:prstGeom prst="rect">
            <a:avLst/>
          </a:prstGeom>
          <a:noFill/>
          <a:ln/>
        </p:spPr>
        <p:txBody>
          <a:bodyPr wrap="square" lIns="0" tIns="0" rIns="0" bIns="0" rtlCol="0" anchor="ctr"/>
          <a:lstStyle/>
          <a:p>
            <a:pPr algn="l" indent="0" marL="0">
              <a:buNone/>
            </a:pPr>
            <a:r>
              <a:rPr lang="en-US" sz="1600" b="1" dirty="0">
                <a:solidFill>
                  <a:schemeClr val="bg1"/>
                </a:solidFill>
              </a:rPr>
              <a:t>Profile</a:t>
            </a:r>
            <a:endParaRPr lang="en-US" sz="1600" dirty="0"/>
          </a:p>
        </p:txBody>
      </p:sp>
      <p:sp>
        <p:nvSpPr>
          <p:cNvPr id="9" name="a04z_step2"/>
          <p:cNvSpPr/>
          <p:nvPr/>
        </p:nvSpPr>
        <p:spPr>
          <a:xfrm>
            <a:off x="9235440" y="1874520"/>
            <a:ext cx="731520" cy="731520"/>
          </a:xfrm>
          <a:prstGeom prst="ellipse">
            <a:avLst/>
          </a:prstGeom>
          <a:solidFill>
            <a:schemeClr val="accent1"/>
          </a:solidFill>
          <a:ln/>
        </p:spPr>
      </p:sp>
      <p:sp>
        <p:nvSpPr>
          <p:cNvPr id="10" name="a04z_step2_n"/>
          <p:cNvSpPr txBox="1"/>
          <p:nvPr/>
        </p:nvSpPr>
        <p:spPr>
          <a:xfrm>
            <a:off x="9235440" y="187452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a04z_steplbl2"/>
          <p:cNvSpPr txBox="1"/>
          <p:nvPr/>
        </p:nvSpPr>
        <p:spPr>
          <a:xfrm>
            <a:off x="10149840" y="2011680"/>
            <a:ext cx="1828800" cy="457200"/>
          </a:xfrm>
          <a:prstGeom prst="rect">
            <a:avLst/>
          </a:prstGeom>
          <a:noFill/>
          <a:ln/>
        </p:spPr>
        <p:txBody>
          <a:bodyPr wrap="square" lIns="0" tIns="0" rIns="0" bIns="0" rtlCol="0" anchor="ctr"/>
          <a:lstStyle/>
          <a:p>
            <a:pPr algn="l" indent="0" marL="0">
              <a:buNone/>
            </a:pPr>
            <a:r>
              <a:rPr lang="en-US" sz="1600" b="1" dirty="0">
                <a:solidFill>
                  <a:schemeClr val="bg1"/>
                </a:solidFill>
              </a:rPr>
              <a:t>Explore</a:t>
            </a:r>
            <a:endParaRPr lang="en-US" sz="1600" dirty="0"/>
          </a:p>
        </p:txBody>
      </p:sp>
      <p:sp>
        <p:nvSpPr>
          <p:cNvPr id="12" name="a05z_step3"/>
          <p:cNvSpPr/>
          <p:nvPr/>
        </p:nvSpPr>
        <p:spPr>
          <a:xfrm>
            <a:off x="9235440" y="2926080"/>
            <a:ext cx="731520" cy="731520"/>
          </a:xfrm>
          <a:prstGeom prst="ellipse">
            <a:avLst/>
          </a:prstGeom>
          <a:solidFill>
            <a:schemeClr val="accent4"/>
          </a:solidFill>
          <a:ln/>
        </p:spPr>
      </p:sp>
      <p:sp>
        <p:nvSpPr>
          <p:cNvPr id="13" name="a05z_step3_n"/>
          <p:cNvSpPr txBox="1"/>
          <p:nvPr/>
        </p:nvSpPr>
        <p:spPr>
          <a:xfrm>
            <a:off x="9235440" y="292608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4" name="a05z_steplbl3"/>
          <p:cNvSpPr txBox="1"/>
          <p:nvPr/>
        </p:nvSpPr>
        <p:spPr>
          <a:xfrm>
            <a:off x="10149840" y="3063240"/>
            <a:ext cx="1828800" cy="457200"/>
          </a:xfrm>
          <a:prstGeom prst="rect">
            <a:avLst/>
          </a:prstGeom>
          <a:noFill/>
          <a:ln/>
        </p:spPr>
        <p:txBody>
          <a:bodyPr wrap="square" lIns="0" tIns="0" rIns="0" bIns="0" rtlCol="0" anchor="ctr"/>
          <a:lstStyle/>
          <a:p>
            <a:pPr algn="l" indent="0" marL="0">
              <a:buNone/>
            </a:pPr>
            <a:r>
              <a:rPr lang="en-US" sz="1600" b="1" dirty="0">
                <a:solidFill>
                  <a:schemeClr val="bg1"/>
                </a:solidFill>
              </a:rPr>
              <a:t>Background check</a:t>
            </a:r>
            <a:endParaRPr lang="en-US" sz="1600" dirty="0"/>
          </a:p>
        </p:txBody>
      </p:sp>
      <p:sp>
        <p:nvSpPr>
          <p:cNvPr id="15" name="a06z_step4"/>
          <p:cNvSpPr/>
          <p:nvPr/>
        </p:nvSpPr>
        <p:spPr>
          <a:xfrm>
            <a:off x="9235440" y="3977640"/>
            <a:ext cx="731520" cy="731520"/>
          </a:xfrm>
          <a:prstGeom prst="ellipse">
            <a:avLst/>
          </a:prstGeom>
          <a:solidFill>
            <a:schemeClr val="accent3"/>
          </a:solidFill>
          <a:ln/>
        </p:spPr>
      </p:sp>
      <p:sp>
        <p:nvSpPr>
          <p:cNvPr id="16" name="a06z_step4_n"/>
          <p:cNvSpPr txBox="1"/>
          <p:nvPr/>
        </p:nvSpPr>
        <p:spPr>
          <a:xfrm>
            <a:off x="9235440" y="3977640"/>
            <a:ext cx="731520" cy="731520"/>
          </a:xfrm>
          <a:prstGeom prst="rect">
            <a:avLst/>
          </a:prstGeom>
          <a:noFill/>
          <a:ln/>
        </p:spPr>
        <p:txBody>
          <a:bodyPr wrap="square" lIns="0" tIns="0" rIns="0" bIns="0" rtlCol="0" anchor="ctr"/>
          <a:lstStyle/>
          <a:p>
            <a:pPr algn="ctr" indent="0" marL="0">
              <a:buNone/>
            </a:pPr>
            <a:r>
              <a:rPr lang="en-US" sz="2200" b="1" dirty="0">
                <a:solidFill>
                  <a:schemeClr val="tx1"/>
                </a:solidFill>
              </a:rPr>
              <a:t>4</a:t>
            </a:r>
            <a:endParaRPr lang="en-US" sz="2200" dirty="0"/>
          </a:p>
        </p:txBody>
      </p:sp>
      <p:sp>
        <p:nvSpPr>
          <p:cNvPr id="17" name="a06z_steplbl4"/>
          <p:cNvSpPr txBox="1"/>
          <p:nvPr/>
        </p:nvSpPr>
        <p:spPr>
          <a:xfrm>
            <a:off x="10149840" y="4114800"/>
            <a:ext cx="1828800" cy="457200"/>
          </a:xfrm>
          <a:prstGeom prst="rect">
            <a:avLst/>
          </a:prstGeom>
          <a:noFill/>
          <a:ln/>
        </p:spPr>
        <p:txBody>
          <a:bodyPr wrap="square" lIns="0" tIns="0" rIns="0" bIns="0" rtlCol="0" anchor="ctr"/>
          <a:lstStyle/>
          <a:p>
            <a:pPr algn="l" indent="0" marL="0">
              <a:buNone/>
            </a:pPr>
            <a:r>
              <a:rPr lang="en-US" sz="1600" b="1" dirty="0">
                <a:solidFill>
                  <a:schemeClr val="bg1"/>
                </a:solidFill>
              </a:rPr>
              <a:t>Plan</a:t>
            </a:r>
            <a:endParaRPr lang="en-US" sz="1600" dirty="0"/>
          </a:p>
        </p:txBody>
      </p:sp>
      <p:sp>
        <p:nvSpPr>
          <p:cNvPr id="18" name="a07z_step5"/>
          <p:cNvSpPr/>
          <p:nvPr/>
        </p:nvSpPr>
        <p:spPr>
          <a:xfrm>
            <a:off x="9235440" y="5029200"/>
            <a:ext cx="731520" cy="731520"/>
          </a:xfrm>
          <a:prstGeom prst="ellipse">
            <a:avLst/>
          </a:prstGeom>
          <a:solidFill>
            <a:schemeClr val="accent5"/>
          </a:solidFill>
          <a:ln/>
        </p:spPr>
      </p:sp>
      <p:sp>
        <p:nvSpPr>
          <p:cNvPr id="19" name="a07z_step5_n"/>
          <p:cNvSpPr txBox="1"/>
          <p:nvPr/>
        </p:nvSpPr>
        <p:spPr>
          <a:xfrm>
            <a:off x="9235440" y="502920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0" name="a07z_steplbl5"/>
          <p:cNvSpPr txBox="1"/>
          <p:nvPr/>
        </p:nvSpPr>
        <p:spPr>
          <a:xfrm>
            <a:off x="10149840" y="5166360"/>
            <a:ext cx="1828800" cy="457200"/>
          </a:xfrm>
          <a:prstGeom prst="rect">
            <a:avLst/>
          </a:prstGeom>
          <a:noFill/>
          <a:ln/>
        </p:spPr>
        <p:txBody>
          <a:bodyPr wrap="square" lIns="0" tIns="0" rIns="0" bIns="0" rtlCol="0" anchor="ctr"/>
          <a:lstStyle/>
          <a:p>
            <a:pPr algn="l" indent="0" marL="0">
              <a:buNone/>
            </a:pPr>
            <a:r>
              <a:rPr lang="en-US" sz="1600" b="1" dirty="0">
                <a:solidFill>
                  <a:schemeClr val="bg1"/>
                </a:solidFill>
              </a:rPr>
              <a:t>Live</a:t>
            </a:r>
            <a:endParaRPr lang="en-US" sz="1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91" fill="hold">
                      <p:stCondLst>
                        <p:cond delay="indefinite"/>
                        <p:cond evt="onBegin" delay="0">
                          <p:tgtEl>
                            <p:sldTgt/>
                          </p:tgtEl>
                        </p:cond>
                      </p:stCondLst>
                      <p:childTnLst>
                        <p:par>
                          <p:cTn id="84"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20"/>
                                        <p:tgtEl>
                                          <p:spTgt spid="4"/>
                                        </p:tgtEl>
                                      </p:cBhvr>
                                    </p:animEffect>
                                  </p:childTnLst>
                                </p:cTn>
                              </p:par>
                            </p:childTnLst>
                          </p:cTn>
                        </p:par>
                        <p:par>
                          <p:cTn id="85" fill="hold">
                            <p:stCondLst>
                              <p:cond delay="380"/>
                            </p:stCondLst>
                            <p:childTnLst>
                              <p:par>
                                <p:cTn id="6" presetID="22" presetClass="entr" presetSubtype="1" fill="hold" grpId="0" nodeType="after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wipe(up)">
                                      <p:cBhvr>
                                        <p:cTn id="8" dur="520"/>
                                        <p:tgtEl>
                                          <p:spTgt spid="5"/>
                                        </p:tgtEl>
                                      </p:cBhvr>
                                    </p:animEffect>
                                  </p:childTnLst>
                                </p:cTn>
                              </p:par>
                            </p:childTnLst>
                          </p:cTn>
                        </p:par>
                        <p:par>
                          <p:cTn id="86" fill="hold">
                            <p:stCondLst>
                              <p:cond delay="76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20" decel="100000" fill="hold"/>
                                        <p:tgtEl>
                                          <p:spTgt spid="6"/>
                                        </p:tgtEl>
                                        <p:attrNameLst>
                                          <p:attrName>ppt_w</p:attrName>
                                        </p:attrNameLst>
                                      </p:cBhvr>
                                      <p:tavLst>
                                        <p:tav tm="0">
                                          <p:val>
                                            <p:fltVal val="0"/>
                                          </p:val>
                                        </p:tav>
                                        <p:tav tm="100000">
                                          <p:val>
                                            <p:strVal val="#ppt_w"/>
                                          </p:val>
                                        </p:tav>
                                      </p:tavLst>
                                    </p:anim>
                                    <p:anim calcmode="lin" valueType="num">
                                      <p:cBhvr>
                                        <p:cTn id="12" dur="520" decel="100000" fill="hold"/>
                                        <p:tgtEl>
                                          <p:spTgt spid="6"/>
                                        </p:tgtEl>
                                        <p:attrNameLst>
                                          <p:attrName>ppt_h</p:attrName>
                                        </p:attrNameLst>
                                      </p:cBhvr>
                                      <p:tavLst>
                                        <p:tav tm="0">
                                          <p:val>
                                            <p:fltVal val="0"/>
                                          </p:val>
                                        </p:tav>
                                        <p:tav tm="100000">
                                          <p:val>
                                            <p:strVal val="#ppt_h"/>
                                          </p:val>
                                        </p:tav>
                                      </p:tavLst>
                                    </p:anim>
                                    <p:animEffect transition="in" filter="fade">
                                      <p:cBhvr>
                                        <p:cTn id="13" dur="520"/>
                                        <p:tgtEl>
                                          <p:spTgt spid="6"/>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20" decel="100000" fill="hold"/>
                                        <p:tgtEl>
                                          <p:spTgt spid="7"/>
                                        </p:tgtEl>
                                        <p:attrNameLst>
                                          <p:attrName>ppt_w</p:attrName>
                                        </p:attrNameLst>
                                      </p:cBhvr>
                                      <p:tavLst>
                                        <p:tav tm="0">
                                          <p:val>
                                            <p:fltVal val="0"/>
                                          </p:val>
                                        </p:tav>
                                        <p:tav tm="100000">
                                          <p:val>
                                            <p:strVal val="#ppt_w"/>
                                          </p:val>
                                        </p:tav>
                                      </p:tavLst>
                                    </p:anim>
                                    <p:anim calcmode="lin" valueType="num">
                                      <p:cBhvr>
                                        <p:cTn id="17" dur="520" decel="100000" fill="hold"/>
                                        <p:tgtEl>
                                          <p:spTgt spid="7"/>
                                        </p:tgtEl>
                                        <p:attrNameLst>
                                          <p:attrName>ppt_h</p:attrName>
                                        </p:attrNameLst>
                                      </p:cBhvr>
                                      <p:tavLst>
                                        <p:tav tm="0">
                                          <p:val>
                                            <p:fltVal val="0"/>
                                          </p:val>
                                        </p:tav>
                                        <p:tav tm="100000">
                                          <p:val>
                                            <p:strVal val="#ppt_h"/>
                                          </p:val>
                                        </p:tav>
                                      </p:tavLst>
                                    </p:anim>
                                    <p:animEffect transition="in" filter="fade">
                                      <p:cBhvr>
                                        <p:cTn id="18" dur="520"/>
                                        <p:tgtEl>
                                          <p:spTgt spid="7"/>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20" decel="100000" fill="hold"/>
                                        <p:tgtEl>
                                          <p:spTgt spid="8"/>
                                        </p:tgtEl>
                                        <p:attrNameLst>
                                          <p:attrName>ppt_w</p:attrName>
                                        </p:attrNameLst>
                                      </p:cBhvr>
                                      <p:tavLst>
                                        <p:tav tm="0">
                                          <p:val>
                                            <p:fltVal val="0"/>
                                          </p:val>
                                        </p:tav>
                                        <p:tav tm="100000">
                                          <p:val>
                                            <p:strVal val="#ppt_w"/>
                                          </p:val>
                                        </p:tav>
                                      </p:tavLst>
                                    </p:anim>
                                    <p:anim calcmode="lin" valueType="num">
                                      <p:cBhvr>
                                        <p:cTn id="22" dur="520" decel="100000" fill="hold"/>
                                        <p:tgtEl>
                                          <p:spTgt spid="8"/>
                                        </p:tgtEl>
                                        <p:attrNameLst>
                                          <p:attrName>ppt_h</p:attrName>
                                        </p:attrNameLst>
                                      </p:cBhvr>
                                      <p:tavLst>
                                        <p:tav tm="0">
                                          <p:val>
                                            <p:fltVal val="0"/>
                                          </p:val>
                                        </p:tav>
                                        <p:tav tm="100000">
                                          <p:val>
                                            <p:strVal val="#ppt_h"/>
                                          </p:val>
                                        </p:tav>
                                      </p:tavLst>
                                    </p:anim>
                                    <p:animEffect transition="in" filter="fade">
                                      <p:cBhvr>
                                        <p:cTn id="23" dur="520"/>
                                        <p:tgtEl>
                                          <p:spTgt spid="8"/>
                                        </p:tgtEl>
                                      </p:cBhvr>
                                    </p:animEffect>
                                  </p:childTnLst>
                                </p:cTn>
                              </p:par>
                            </p:childTnLst>
                          </p:cTn>
                        </p:par>
                        <p:par>
                          <p:cTn id="87" fill="hold">
                            <p:stCondLst>
                              <p:cond delay="1140"/>
                            </p:stCondLst>
                            <p:childTnLst>
                              <p:par>
                                <p:cTn id="24" presetID="53" presetClass="entr" presetSubtype="16"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p:cTn id="26" dur="520" decel="100000" fill="hold"/>
                                        <p:tgtEl>
                                          <p:spTgt spid="9"/>
                                        </p:tgtEl>
                                        <p:attrNameLst>
                                          <p:attrName>ppt_w</p:attrName>
                                        </p:attrNameLst>
                                      </p:cBhvr>
                                      <p:tavLst>
                                        <p:tav tm="0">
                                          <p:val>
                                            <p:fltVal val="0"/>
                                          </p:val>
                                        </p:tav>
                                        <p:tav tm="100000">
                                          <p:val>
                                            <p:strVal val="#ppt_w"/>
                                          </p:val>
                                        </p:tav>
                                      </p:tavLst>
                                    </p:anim>
                                    <p:anim calcmode="lin" valueType="num">
                                      <p:cBhvr>
                                        <p:cTn id="27" dur="520" decel="100000" fill="hold"/>
                                        <p:tgtEl>
                                          <p:spTgt spid="9"/>
                                        </p:tgtEl>
                                        <p:attrNameLst>
                                          <p:attrName>ppt_h</p:attrName>
                                        </p:attrNameLst>
                                      </p:cBhvr>
                                      <p:tavLst>
                                        <p:tav tm="0">
                                          <p:val>
                                            <p:fltVal val="0"/>
                                          </p:val>
                                        </p:tav>
                                        <p:tav tm="100000">
                                          <p:val>
                                            <p:strVal val="#ppt_h"/>
                                          </p:val>
                                        </p:tav>
                                      </p:tavLst>
                                    </p:anim>
                                    <p:animEffect transition="in" filter="fade">
                                      <p:cBhvr>
                                        <p:cTn id="28" dur="520"/>
                                        <p:tgtEl>
                                          <p:spTgt spid="9"/>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20" decel="100000" fill="hold"/>
                                        <p:tgtEl>
                                          <p:spTgt spid="10"/>
                                        </p:tgtEl>
                                        <p:attrNameLst>
                                          <p:attrName>ppt_w</p:attrName>
                                        </p:attrNameLst>
                                      </p:cBhvr>
                                      <p:tavLst>
                                        <p:tav tm="0">
                                          <p:val>
                                            <p:fltVal val="0"/>
                                          </p:val>
                                        </p:tav>
                                        <p:tav tm="100000">
                                          <p:val>
                                            <p:strVal val="#ppt_w"/>
                                          </p:val>
                                        </p:tav>
                                      </p:tavLst>
                                    </p:anim>
                                    <p:anim calcmode="lin" valueType="num">
                                      <p:cBhvr>
                                        <p:cTn id="32" dur="520" decel="100000" fill="hold"/>
                                        <p:tgtEl>
                                          <p:spTgt spid="10"/>
                                        </p:tgtEl>
                                        <p:attrNameLst>
                                          <p:attrName>ppt_h</p:attrName>
                                        </p:attrNameLst>
                                      </p:cBhvr>
                                      <p:tavLst>
                                        <p:tav tm="0">
                                          <p:val>
                                            <p:fltVal val="0"/>
                                          </p:val>
                                        </p:tav>
                                        <p:tav tm="100000">
                                          <p:val>
                                            <p:strVal val="#ppt_h"/>
                                          </p:val>
                                        </p:tav>
                                      </p:tavLst>
                                    </p:anim>
                                    <p:animEffect transition="in" filter="fade">
                                      <p:cBhvr>
                                        <p:cTn id="33" dur="520"/>
                                        <p:tgtEl>
                                          <p:spTgt spid="10"/>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20" decel="100000" fill="hold"/>
                                        <p:tgtEl>
                                          <p:spTgt spid="11"/>
                                        </p:tgtEl>
                                        <p:attrNameLst>
                                          <p:attrName>ppt_w</p:attrName>
                                        </p:attrNameLst>
                                      </p:cBhvr>
                                      <p:tavLst>
                                        <p:tav tm="0">
                                          <p:val>
                                            <p:fltVal val="0"/>
                                          </p:val>
                                        </p:tav>
                                        <p:tav tm="100000">
                                          <p:val>
                                            <p:strVal val="#ppt_w"/>
                                          </p:val>
                                        </p:tav>
                                      </p:tavLst>
                                    </p:anim>
                                    <p:anim calcmode="lin" valueType="num">
                                      <p:cBhvr>
                                        <p:cTn id="37" dur="520" decel="100000" fill="hold"/>
                                        <p:tgtEl>
                                          <p:spTgt spid="11"/>
                                        </p:tgtEl>
                                        <p:attrNameLst>
                                          <p:attrName>ppt_h</p:attrName>
                                        </p:attrNameLst>
                                      </p:cBhvr>
                                      <p:tavLst>
                                        <p:tav tm="0">
                                          <p:val>
                                            <p:fltVal val="0"/>
                                          </p:val>
                                        </p:tav>
                                        <p:tav tm="100000">
                                          <p:val>
                                            <p:strVal val="#ppt_h"/>
                                          </p:val>
                                        </p:tav>
                                      </p:tavLst>
                                    </p:anim>
                                    <p:animEffect transition="in" filter="fade">
                                      <p:cBhvr>
                                        <p:cTn id="38" dur="520"/>
                                        <p:tgtEl>
                                          <p:spTgt spid="11"/>
                                        </p:tgtEl>
                                      </p:cBhvr>
                                    </p:animEffect>
                                  </p:childTnLst>
                                </p:cTn>
                              </p:par>
                            </p:childTnLst>
                          </p:cTn>
                        </p:par>
                        <p:par>
                          <p:cTn id="88" fill="hold">
                            <p:stCondLst>
                              <p:cond delay="1520"/>
                            </p:stCondLst>
                            <p:childTnLst>
                              <p:par>
                                <p:cTn id="39" presetID="53" presetClass="entr" presetSubtype="16"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20" decel="100000" fill="hold"/>
                                        <p:tgtEl>
                                          <p:spTgt spid="12"/>
                                        </p:tgtEl>
                                        <p:attrNameLst>
                                          <p:attrName>ppt_w</p:attrName>
                                        </p:attrNameLst>
                                      </p:cBhvr>
                                      <p:tavLst>
                                        <p:tav tm="0">
                                          <p:val>
                                            <p:fltVal val="0"/>
                                          </p:val>
                                        </p:tav>
                                        <p:tav tm="100000">
                                          <p:val>
                                            <p:strVal val="#ppt_w"/>
                                          </p:val>
                                        </p:tav>
                                      </p:tavLst>
                                    </p:anim>
                                    <p:anim calcmode="lin" valueType="num">
                                      <p:cBhvr>
                                        <p:cTn id="42" dur="520" decel="100000" fill="hold"/>
                                        <p:tgtEl>
                                          <p:spTgt spid="12"/>
                                        </p:tgtEl>
                                        <p:attrNameLst>
                                          <p:attrName>ppt_h</p:attrName>
                                        </p:attrNameLst>
                                      </p:cBhvr>
                                      <p:tavLst>
                                        <p:tav tm="0">
                                          <p:val>
                                            <p:fltVal val="0"/>
                                          </p:val>
                                        </p:tav>
                                        <p:tav tm="100000">
                                          <p:val>
                                            <p:strVal val="#ppt_h"/>
                                          </p:val>
                                        </p:tav>
                                      </p:tavLst>
                                    </p:anim>
                                    <p:animEffect transition="in" filter="fade">
                                      <p:cBhvr>
                                        <p:cTn id="43" dur="520"/>
                                        <p:tgtEl>
                                          <p:spTgt spid="12"/>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20" decel="100000" fill="hold"/>
                                        <p:tgtEl>
                                          <p:spTgt spid="13"/>
                                        </p:tgtEl>
                                        <p:attrNameLst>
                                          <p:attrName>ppt_w</p:attrName>
                                        </p:attrNameLst>
                                      </p:cBhvr>
                                      <p:tavLst>
                                        <p:tav tm="0">
                                          <p:val>
                                            <p:fltVal val="0"/>
                                          </p:val>
                                        </p:tav>
                                        <p:tav tm="100000">
                                          <p:val>
                                            <p:strVal val="#ppt_w"/>
                                          </p:val>
                                        </p:tav>
                                      </p:tavLst>
                                    </p:anim>
                                    <p:anim calcmode="lin" valueType="num">
                                      <p:cBhvr>
                                        <p:cTn id="47" dur="520" decel="100000" fill="hold"/>
                                        <p:tgtEl>
                                          <p:spTgt spid="13"/>
                                        </p:tgtEl>
                                        <p:attrNameLst>
                                          <p:attrName>ppt_h</p:attrName>
                                        </p:attrNameLst>
                                      </p:cBhvr>
                                      <p:tavLst>
                                        <p:tav tm="0">
                                          <p:val>
                                            <p:fltVal val="0"/>
                                          </p:val>
                                        </p:tav>
                                        <p:tav tm="100000">
                                          <p:val>
                                            <p:strVal val="#ppt_h"/>
                                          </p:val>
                                        </p:tav>
                                      </p:tavLst>
                                    </p:anim>
                                    <p:animEffect transition="in" filter="fade">
                                      <p:cBhvr>
                                        <p:cTn id="48" dur="520"/>
                                        <p:tgtEl>
                                          <p:spTgt spid="13"/>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20" decel="100000" fill="hold"/>
                                        <p:tgtEl>
                                          <p:spTgt spid="14"/>
                                        </p:tgtEl>
                                        <p:attrNameLst>
                                          <p:attrName>ppt_w</p:attrName>
                                        </p:attrNameLst>
                                      </p:cBhvr>
                                      <p:tavLst>
                                        <p:tav tm="0">
                                          <p:val>
                                            <p:fltVal val="0"/>
                                          </p:val>
                                        </p:tav>
                                        <p:tav tm="100000">
                                          <p:val>
                                            <p:strVal val="#ppt_w"/>
                                          </p:val>
                                        </p:tav>
                                      </p:tavLst>
                                    </p:anim>
                                    <p:anim calcmode="lin" valueType="num">
                                      <p:cBhvr>
                                        <p:cTn id="52" dur="520" decel="100000" fill="hold"/>
                                        <p:tgtEl>
                                          <p:spTgt spid="14"/>
                                        </p:tgtEl>
                                        <p:attrNameLst>
                                          <p:attrName>ppt_h</p:attrName>
                                        </p:attrNameLst>
                                      </p:cBhvr>
                                      <p:tavLst>
                                        <p:tav tm="0">
                                          <p:val>
                                            <p:fltVal val="0"/>
                                          </p:val>
                                        </p:tav>
                                        <p:tav tm="100000">
                                          <p:val>
                                            <p:strVal val="#ppt_h"/>
                                          </p:val>
                                        </p:tav>
                                      </p:tavLst>
                                    </p:anim>
                                    <p:animEffect transition="in" filter="fade">
                                      <p:cBhvr>
                                        <p:cTn id="53" dur="520"/>
                                        <p:tgtEl>
                                          <p:spTgt spid="14"/>
                                        </p:tgtEl>
                                      </p:cBhvr>
                                    </p:animEffect>
                                  </p:childTnLst>
                                </p:cTn>
                              </p:par>
                            </p:childTnLst>
                          </p:cTn>
                        </p:par>
                        <p:par>
                          <p:cTn id="89" fill="hold">
                            <p:stCondLst>
                              <p:cond delay="1900"/>
                            </p:stCondLst>
                            <p:childTnLst>
                              <p:par>
                                <p:cTn id="54" presetID="53" presetClass="entr" presetSubtype="16" fill="hold" grpId="0" nodeType="after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20" decel="100000" fill="hold"/>
                                        <p:tgtEl>
                                          <p:spTgt spid="15"/>
                                        </p:tgtEl>
                                        <p:attrNameLst>
                                          <p:attrName>ppt_w</p:attrName>
                                        </p:attrNameLst>
                                      </p:cBhvr>
                                      <p:tavLst>
                                        <p:tav tm="0">
                                          <p:val>
                                            <p:fltVal val="0"/>
                                          </p:val>
                                        </p:tav>
                                        <p:tav tm="100000">
                                          <p:val>
                                            <p:strVal val="#ppt_w"/>
                                          </p:val>
                                        </p:tav>
                                      </p:tavLst>
                                    </p:anim>
                                    <p:anim calcmode="lin" valueType="num">
                                      <p:cBhvr>
                                        <p:cTn id="57" dur="520" decel="100000" fill="hold"/>
                                        <p:tgtEl>
                                          <p:spTgt spid="15"/>
                                        </p:tgtEl>
                                        <p:attrNameLst>
                                          <p:attrName>ppt_h</p:attrName>
                                        </p:attrNameLst>
                                      </p:cBhvr>
                                      <p:tavLst>
                                        <p:tav tm="0">
                                          <p:val>
                                            <p:fltVal val="0"/>
                                          </p:val>
                                        </p:tav>
                                        <p:tav tm="100000">
                                          <p:val>
                                            <p:strVal val="#ppt_h"/>
                                          </p:val>
                                        </p:tav>
                                      </p:tavLst>
                                    </p:anim>
                                    <p:animEffect transition="in" filter="fade">
                                      <p:cBhvr>
                                        <p:cTn id="58" dur="520"/>
                                        <p:tgtEl>
                                          <p:spTgt spid="15"/>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p:cTn id="61" dur="520" decel="100000" fill="hold"/>
                                        <p:tgtEl>
                                          <p:spTgt spid="16"/>
                                        </p:tgtEl>
                                        <p:attrNameLst>
                                          <p:attrName>ppt_w</p:attrName>
                                        </p:attrNameLst>
                                      </p:cBhvr>
                                      <p:tavLst>
                                        <p:tav tm="0">
                                          <p:val>
                                            <p:fltVal val="0"/>
                                          </p:val>
                                        </p:tav>
                                        <p:tav tm="100000">
                                          <p:val>
                                            <p:strVal val="#ppt_w"/>
                                          </p:val>
                                        </p:tav>
                                      </p:tavLst>
                                    </p:anim>
                                    <p:anim calcmode="lin" valueType="num">
                                      <p:cBhvr>
                                        <p:cTn id="62" dur="520" decel="100000" fill="hold"/>
                                        <p:tgtEl>
                                          <p:spTgt spid="16"/>
                                        </p:tgtEl>
                                        <p:attrNameLst>
                                          <p:attrName>ppt_h</p:attrName>
                                        </p:attrNameLst>
                                      </p:cBhvr>
                                      <p:tavLst>
                                        <p:tav tm="0">
                                          <p:val>
                                            <p:fltVal val="0"/>
                                          </p:val>
                                        </p:tav>
                                        <p:tav tm="100000">
                                          <p:val>
                                            <p:strVal val="#ppt_h"/>
                                          </p:val>
                                        </p:tav>
                                      </p:tavLst>
                                    </p:anim>
                                    <p:animEffect transition="in" filter="fade">
                                      <p:cBhvr>
                                        <p:cTn id="63" dur="520"/>
                                        <p:tgtEl>
                                          <p:spTgt spid="16"/>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p:cTn id="66" dur="520" decel="100000" fill="hold"/>
                                        <p:tgtEl>
                                          <p:spTgt spid="17"/>
                                        </p:tgtEl>
                                        <p:attrNameLst>
                                          <p:attrName>ppt_w</p:attrName>
                                        </p:attrNameLst>
                                      </p:cBhvr>
                                      <p:tavLst>
                                        <p:tav tm="0">
                                          <p:val>
                                            <p:fltVal val="0"/>
                                          </p:val>
                                        </p:tav>
                                        <p:tav tm="100000">
                                          <p:val>
                                            <p:strVal val="#ppt_w"/>
                                          </p:val>
                                        </p:tav>
                                      </p:tavLst>
                                    </p:anim>
                                    <p:anim calcmode="lin" valueType="num">
                                      <p:cBhvr>
                                        <p:cTn id="67" dur="520" decel="100000" fill="hold"/>
                                        <p:tgtEl>
                                          <p:spTgt spid="17"/>
                                        </p:tgtEl>
                                        <p:attrNameLst>
                                          <p:attrName>ppt_h</p:attrName>
                                        </p:attrNameLst>
                                      </p:cBhvr>
                                      <p:tavLst>
                                        <p:tav tm="0">
                                          <p:val>
                                            <p:fltVal val="0"/>
                                          </p:val>
                                        </p:tav>
                                        <p:tav tm="100000">
                                          <p:val>
                                            <p:strVal val="#ppt_h"/>
                                          </p:val>
                                        </p:tav>
                                      </p:tavLst>
                                    </p:anim>
                                    <p:animEffect transition="in" filter="fade">
                                      <p:cBhvr>
                                        <p:cTn id="68" dur="520"/>
                                        <p:tgtEl>
                                          <p:spTgt spid="17"/>
                                        </p:tgtEl>
                                      </p:cBhvr>
                                    </p:animEffect>
                                  </p:childTnLst>
                                </p:cTn>
                              </p:par>
                            </p:childTnLst>
                          </p:cTn>
                        </p:par>
                        <p:par>
                          <p:cTn id="90" fill="hold">
                            <p:stCondLst>
                              <p:cond delay="2280"/>
                            </p:stCondLst>
                            <p:childTnLst>
                              <p:par>
                                <p:cTn id="69" presetID="53" presetClass="entr" presetSubtype="16" fill="hold" grpId="0" nodeType="afterEffect">
                                  <p:stCondLst>
                                    <p:cond delay="0"/>
                                  </p:stCondLst>
                                  <p:childTnLst>
                                    <p:set>
                                      <p:cBhvr>
                                        <p:cTn id="70" dur="1" fill="hold">
                                          <p:stCondLst>
                                            <p:cond delay="0"/>
                                          </p:stCondLst>
                                        </p:cTn>
                                        <p:tgtEl>
                                          <p:spTgt spid="18"/>
                                        </p:tgtEl>
                                        <p:attrNameLst>
                                          <p:attrName>style.visibility</p:attrName>
                                        </p:attrNameLst>
                                      </p:cBhvr>
                                      <p:to>
                                        <p:strVal val="visible"/>
                                      </p:to>
                                    </p:set>
                                    <p:anim calcmode="lin" valueType="num">
                                      <p:cBhvr>
                                        <p:cTn id="71" dur="520" decel="100000" fill="hold"/>
                                        <p:tgtEl>
                                          <p:spTgt spid="18"/>
                                        </p:tgtEl>
                                        <p:attrNameLst>
                                          <p:attrName>ppt_w</p:attrName>
                                        </p:attrNameLst>
                                      </p:cBhvr>
                                      <p:tavLst>
                                        <p:tav tm="0">
                                          <p:val>
                                            <p:fltVal val="0"/>
                                          </p:val>
                                        </p:tav>
                                        <p:tav tm="100000">
                                          <p:val>
                                            <p:strVal val="#ppt_w"/>
                                          </p:val>
                                        </p:tav>
                                      </p:tavLst>
                                    </p:anim>
                                    <p:anim calcmode="lin" valueType="num">
                                      <p:cBhvr>
                                        <p:cTn id="72" dur="520" decel="100000" fill="hold"/>
                                        <p:tgtEl>
                                          <p:spTgt spid="18"/>
                                        </p:tgtEl>
                                        <p:attrNameLst>
                                          <p:attrName>ppt_h</p:attrName>
                                        </p:attrNameLst>
                                      </p:cBhvr>
                                      <p:tavLst>
                                        <p:tav tm="0">
                                          <p:val>
                                            <p:fltVal val="0"/>
                                          </p:val>
                                        </p:tav>
                                        <p:tav tm="100000">
                                          <p:val>
                                            <p:strVal val="#ppt_h"/>
                                          </p:val>
                                        </p:tav>
                                      </p:tavLst>
                                    </p:anim>
                                    <p:animEffect transition="in" filter="fade">
                                      <p:cBhvr>
                                        <p:cTn id="73" dur="520"/>
                                        <p:tgtEl>
                                          <p:spTgt spid="18"/>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20" decel="100000" fill="hold"/>
                                        <p:tgtEl>
                                          <p:spTgt spid="19"/>
                                        </p:tgtEl>
                                        <p:attrNameLst>
                                          <p:attrName>ppt_w</p:attrName>
                                        </p:attrNameLst>
                                      </p:cBhvr>
                                      <p:tavLst>
                                        <p:tav tm="0">
                                          <p:val>
                                            <p:fltVal val="0"/>
                                          </p:val>
                                        </p:tav>
                                        <p:tav tm="100000">
                                          <p:val>
                                            <p:strVal val="#ppt_w"/>
                                          </p:val>
                                        </p:tav>
                                      </p:tavLst>
                                    </p:anim>
                                    <p:anim calcmode="lin" valueType="num">
                                      <p:cBhvr>
                                        <p:cTn id="77" dur="520" decel="100000" fill="hold"/>
                                        <p:tgtEl>
                                          <p:spTgt spid="19"/>
                                        </p:tgtEl>
                                        <p:attrNameLst>
                                          <p:attrName>ppt_h</p:attrName>
                                        </p:attrNameLst>
                                      </p:cBhvr>
                                      <p:tavLst>
                                        <p:tav tm="0">
                                          <p:val>
                                            <p:fltVal val="0"/>
                                          </p:val>
                                        </p:tav>
                                        <p:tav tm="100000">
                                          <p:val>
                                            <p:strVal val="#ppt_h"/>
                                          </p:val>
                                        </p:tav>
                                      </p:tavLst>
                                    </p:anim>
                                    <p:animEffect transition="in" filter="fade">
                                      <p:cBhvr>
                                        <p:cTn id="78" dur="520"/>
                                        <p:tgtEl>
                                          <p:spTgt spid="19"/>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 calcmode="lin" valueType="num">
                                      <p:cBhvr>
                                        <p:cTn id="81" dur="520" decel="100000" fill="hold"/>
                                        <p:tgtEl>
                                          <p:spTgt spid="20"/>
                                        </p:tgtEl>
                                        <p:attrNameLst>
                                          <p:attrName>ppt_w</p:attrName>
                                        </p:attrNameLst>
                                      </p:cBhvr>
                                      <p:tavLst>
                                        <p:tav tm="0">
                                          <p:val>
                                            <p:fltVal val="0"/>
                                          </p:val>
                                        </p:tav>
                                        <p:tav tm="100000">
                                          <p:val>
                                            <p:strVal val="#ppt_w"/>
                                          </p:val>
                                        </p:tav>
                                      </p:tavLst>
                                    </p:anim>
                                    <p:anim calcmode="lin" valueType="num">
                                      <p:cBhvr>
                                        <p:cTn id="82" dur="520" decel="100000" fill="hold"/>
                                        <p:tgtEl>
                                          <p:spTgt spid="20"/>
                                        </p:tgtEl>
                                        <p:attrNameLst>
                                          <p:attrName>ppt_h</p:attrName>
                                        </p:attrNameLst>
                                      </p:cBhvr>
                                      <p:tavLst>
                                        <p:tav tm="0">
                                          <p:val>
                                            <p:fltVal val="0"/>
                                          </p:val>
                                        </p:tav>
                                        <p:tav tm="100000">
                                          <p:val>
                                            <p:strVal val="#ppt_h"/>
                                          </p:val>
                                        </p:tav>
                                      </p:tavLst>
                                    </p:anim>
                                    <p:animEffect transition="in" filter="fade">
                                      <p:cBhvr>
                                        <p:cTn id="83" dur="52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77240"/>
          </a:xfrm>
          <a:prstGeom prst="rect">
            <a:avLst/>
          </a:prstGeom>
          <a:noFill/>
          <a:ln/>
        </p:spPr>
        <p:txBody>
          <a:bodyPr wrap="square" lIns="0" tIns="0" rIns="0" bIns="0" rtlCol="0" anchor="ctr"/>
          <a:lstStyle/>
          <a:p>
            <a:pPr algn="l" indent="0" marL="0">
              <a:buNone/>
            </a:pPr>
            <a:r>
              <a:rPr lang="en-US" sz="3600" b="1" dirty="0">
                <a:solidFill>
                  <a:schemeClr val="tx1"/>
                </a:solidFill>
              </a:rPr>
              <a:t>Providers can skip ahead of their check</a:t>
            </a:r>
            <a:endParaRPr lang="en-US" sz="3600" dirty="0"/>
          </a:p>
        </p:txBody>
      </p:sp>
      <p:sp>
        <p:nvSpPr>
          <p:cNvPr id="3" name="eyebrow"/>
          <p:cNvSpPr txBox="1"/>
          <p:nvPr/>
        </p:nvSpPr>
        <p:spPr>
          <a:xfrm>
            <a:off x="457200" y="201168"/>
            <a:ext cx="5486400" cy="274320"/>
          </a:xfrm>
          <a:prstGeom prst="rect">
            <a:avLst/>
          </a:prstGeom>
          <a:noFill/>
          <a:ln/>
        </p:spPr>
        <p:txBody>
          <a:bodyPr wrap="square" lIns="0" tIns="0" rIns="0" bIns="0" rtlCol="0" anchor="t"/>
          <a:lstStyle/>
          <a:p>
            <a:pPr algn="l" indent="0" marL="0">
              <a:buNone/>
            </a:pPr>
            <a:r>
              <a:rPr lang="en-US" sz="1400" b="1" dirty="0">
                <a:solidFill>
                  <a:schemeClr val="accent6"/>
                </a:solidFill>
              </a:rPr>
              <a:t>BACKGROUND ISSUE</a:t>
            </a:r>
            <a:endParaRPr lang="en-US" sz="1400" dirty="0"/>
          </a:p>
        </p:txBody>
      </p:sp>
      <p:sp>
        <p:nvSpPr>
          <p:cNvPr id="4" name="a01w_flow0"/>
          <p:cNvSpPr/>
          <p:nvPr/>
        </p:nvSpPr>
        <p:spPr>
          <a:xfrm>
            <a:off x="457200" y="1463040"/>
            <a:ext cx="2331720" cy="1051560"/>
          </a:xfrm>
          <a:prstGeom prst="roundRect">
            <a:avLst>
              <a:gd name="adj" fmla="val 10435"/>
            </a:avLst>
          </a:prstGeom>
          <a:solidFill>
            <a:schemeClr val="bg2"/>
          </a:solidFill>
          <a:ln w="19050">
            <a:solidFill>
              <a:srgbClr val="8E9BB5"/>
            </a:solidFill>
            <a:prstDash val="solid"/>
          </a:ln>
        </p:spPr>
      </p:sp>
      <p:sp>
        <p:nvSpPr>
          <p:cNvPr id="5" name="a01w_flowt0"/>
          <p:cNvSpPr txBox="1"/>
          <p:nvPr/>
        </p:nvSpPr>
        <p:spPr>
          <a:xfrm>
            <a:off x="457200" y="1463040"/>
            <a:ext cx="2331720" cy="1051560"/>
          </a:xfrm>
          <a:prstGeom prst="rect">
            <a:avLst/>
          </a:prstGeom>
          <a:noFill/>
          <a:ln/>
        </p:spPr>
        <p:txBody>
          <a:bodyPr wrap="square" lIns="635" tIns="635" rIns="635" bIns="635" rtlCol="0" anchor="ctr"/>
          <a:lstStyle/>
          <a:p>
            <a:pPr algn="ctr" indent="0" marL="0">
              <a:buNone/>
            </a:pPr>
            <a:r>
              <a:rPr lang="en-US" sz="1800" b="1" dirty="0">
                <a:solidFill>
                  <a:schemeClr val="tx1"/>
                </a:solidFill>
              </a:rPr>
              <a:t>Profile dashboard</a:t>
            </a:r>
            <a:endParaRPr lang="en-US" sz="1800" dirty="0"/>
          </a:p>
          <a:p>
            <a:pPr algn="ctr" indent="0" marL="0">
              <a:buNone/>
            </a:pPr>
            <a:r>
              <a:rPr lang="en-US" sz="1400" dirty="0">
                <a:solidFill>
                  <a:schemeClr val="tx2"/>
                </a:solidFill>
              </a:rPr>
              <a:t>pick Provider</a:t>
            </a:r>
            <a:endParaRPr lang="en-US" sz="1800" dirty="0"/>
          </a:p>
        </p:txBody>
      </p:sp>
      <p:sp>
        <p:nvSpPr>
          <p:cNvPr id="6" name="a02w_arr0"/>
          <p:cNvSpPr/>
          <p:nvPr/>
        </p:nvSpPr>
        <p:spPr>
          <a:xfrm>
            <a:off x="2852928" y="1988820"/>
            <a:ext cx="512064" cy="0"/>
          </a:xfrm>
          <a:prstGeom prst="line">
            <a:avLst/>
          </a:prstGeom>
          <a:noFill/>
          <a:ln w="31750">
            <a:solidFill>
              <a:srgbClr val="6B7A99"/>
            </a:solidFill>
            <a:prstDash val="solid"/>
            <a:tailEnd type="triangle"/>
          </a:ln>
        </p:spPr>
      </p:sp>
      <p:sp>
        <p:nvSpPr>
          <p:cNvPr id="7" name="a02w_flow1"/>
          <p:cNvSpPr/>
          <p:nvPr/>
        </p:nvSpPr>
        <p:spPr>
          <a:xfrm>
            <a:off x="3429000" y="1463040"/>
            <a:ext cx="2331720" cy="1051560"/>
          </a:xfrm>
          <a:prstGeom prst="roundRect">
            <a:avLst>
              <a:gd name="adj" fmla="val 10435"/>
            </a:avLst>
          </a:prstGeom>
          <a:solidFill>
            <a:schemeClr val="bg2"/>
          </a:solidFill>
          <a:ln w="19050">
            <a:solidFill>
              <a:srgbClr val="8E9BB5"/>
            </a:solidFill>
            <a:prstDash val="solid"/>
          </a:ln>
        </p:spPr>
      </p:sp>
      <p:sp>
        <p:nvSpPr>
          <p:cNvPr id="8" name="a02w_flowt1"/>
          <p:cNvSpPr txBox="1"/>
          <p:nvPr/>
        </p:nvSpPr>
        <p:spPr>
          <a:xfrm>
            <a:off x="3429000" y="1463040"/>
            <a:ext cx="2331720" cy="1051560"/>
          </a:xfrm>
          <a:prstGeom prst="rect">
            <a:avLst/>
          </a:prstGeom>
          <a:noFill/>
          <a:ln/>
        </p:spPr>
        <p:txBody>
          <a:bodyPr wrap="square" lIns="635" tIns="635" rIns="635" bIns="635" rtlCol="0" anchor="ctr"/>
          <a:lstStyle/>
          <a:p>
            <a:pPr algn="ctr" indent="0" marL="0">
              <a:buNone/>
            </a:pPr>
            <a:r>
              <a:rPr lang="en-US" sz="1800" b="1" dirty="0">
                <a:solidFill>
                  <a:schemeClr val="tx1"/>
                </a:solidFill>
              </a:rPr>
              <a:t>Background check</a:t>
            </a:r>
            <a:endParaRPr lang="en-US" sz="1800" dirty="0"/>
          </a:p>
          <a:p>
            <a:pPr algn="ctr" indent="0" marL="0">
              <a:buNone/>
            </a:pPr>
            <a:r>
              <a:rPr lang="en-US" sz="1400" dirty="0">
                <a:solidFill>
                  <a:schemeClr val="tx2"/>
                </a:solidFill>
              </a:rPr>
              <a:t>Checkr dashboard</a:t>
            </a:r>
            <a:endParaRPr lang="en-US" sz="1800" dirty="0"/>
          </a:p>
        </p:txBody>
      </p:sp>
      <p:sp>
        <p:nvSpPr>
          <p:cNvPr id="9" name="a03z_arr1"/>
          <p:cNvSpPr/>
          <p:nvPr/>
        </p:nvSpPr>
        <p:spPr>
          <a:xfrm>
            <a:off x="5824728" y="1988820"/>
            <a:ext cx="512064" cy="0"/>
          </a:xfrm>
          <a:prstGeom prst="line">
            <a:avLst/>
          </a:prstGeom>
          <a:noFill/>
          <a:ln w="57150">
            <a:solidFill>
              <a:schemeClr val="accent6"/>
            </a:solidFill>
            <a:prstDash val="solid"/>
            <a:tailEnd type="triangle"/>
          </a:ln>
        </p:spPr>
      </p:sp>
      <p:sp>
        <p:nvSpPr>
          <p:cNvPr id="10" name="a03z_flow2"/>
          <p:cNvSpPr/>
          <p:nvPr/>
        </p:nvSpPr>
        <p:spPr>
          <a:xfrm>
            <a:off x="6400800" y="1463040"/>
            <a:ext cx="2331720" cy="1051560"/>
          </a:xfrm>
          <a:prstGeom prst="roundRect">
            <a:avLst>
              <a:gd name="adj" fmla="val 10435"/>
            </a:avLst>
          </a:prstGeom>
          <a:solidFill>
            <a:schemeClr val="bg2"/>
          </a:solidFill>
          <a:ln w="38100">
            <a:solidFill>
              <a:schemeClr val="accent6"/>
            </a:solidFill>
            <a:prstDash val="solid"/>
          </a:ln>
        </p:spPr>
      </p:sp>
      <p:sp>
        <p:nvSpPr>
          <p:cNvPr id="11" name="a03z_flowt2"/>
          <p:cNvSpPr txBox="1"/>
          <p:nvPr/>
        </p:nvSpPr>
        <p:spPr>
          <a:xfrm>
            <a:off x="6400800" y="1463040"/>
            <a:ext cx="2331720" cy="1051560"/>
          </a:xfrm>
          <a:prstGeom prst="rect">
            <a:avLst/>
          </a:prstGeom>
          <a:noFill/>
          <a:ln/>
        </p:spPr>
        <p:txBody>
          <a:bodyPr wrap="square" lIns="635" tIns="635" rIns="635" bIns="635" rtlCol="0" anchor="ctr"/>
          <a:lstStyle/>
          <a:p>
            <a:pPr algn="ctr" indent="0" marL="0">
              <a:buNone/>
            </a:pPr>
            <a:r>
              <a:rPr lang="en-US" sz="1800" b="1" dirty="0">
                <a:solidFill>
                  <a:schemeClr val="tx1"/>
                </a:solidFill>
              </a:rPr>
              <a:t>Subscription</a:t>
            </a:r>
            <a:endParaRPr lang="en-US" sz="1800" dirty="0"/>
          </a:p>
          <a:p>
            <a:pPr algn="ctr" indent="0" marL="0">
              <a:buNone/>
            </a:pPr>
            <a:r>
              <a:rPr lang="en-US" sz="1400" dirty="0">
                <a:solidFill>
                  <a:schemeClr val="tx2"/>
                </a:solidFill>
              </a:rPr>
              <a:t>plan dashboard</a:t>
            </a:r>
            <a:endParaRPr lang="en-US" sz="1800" dirty="0"/>
          </a:p>
        </p:txBody>
      </p:sp>
      <p:sp>
        <p:nvSpPr>
          <p:cNvPr id="12" name="a04w_arr2"/>
          <p:cNvSpPr/>
          <p:nvPr/>
        </p:nvSpPr>
        <p:spPr>
          <a:xfrm>
            <a:off x="8796528" y="1988820"/>
            <a:ext cx="512064" cy="0"/>
          </a:xfrm>
          <a:prstGeom prst="line">
            <a:avLst/>
          </a:prstGeom>
          <a:noFill/>
          <a:ln w="31750">
            <a:solidFill>
              <a:srgbClr val="6B7A99"/>
            </a:solidFill>
            <a:prstDash val="solid"/>
            <a:tailEnd type="triangle"/>
          </a:ln>
        </p:spPr>
      </p:sp>
      <p:sp>
        <p:nvSpPr>
          <p:cNvPr id="13" name="a04w_flow3"/>
          <p:cNvSpPr/>
          <p:nvPr/>
        </p:nvSpPr>
        <p:spPr>
          <a:xfrm>
            <a:off x="9372600" y="1463040"/>
            <a:ext cx="2331720" cy="1051560"/>
          </a:xfrm>
          <a:prstGeom prst="roundRect">
            <a:avLst>
              <a:gd name="adj" fmla="val 10435"/>
            </a:avLst>
          </a:prstGeom>
          <a:solidFill>
            <a:schemeClr val="bg2"/>
          </a:solidFill>
          <a:ln w="19050">
            <a:solidFill>
              <a:srgbClr val="8E9BB5"/>
            </a:solidFill>
            <a:prstDash val="solid"/>
          </a:ln>
        </p:spPr>
      </p:sp>
      <p:sp>
        <p:nvSpPr>
          <p:cNvPr id="14" name="a04w_flowt3"/>
          <p:cNvSpPr txBox="1"/>
          <p:nvPr/>
        </p:nvSpPr>
        <p:spPr>
          <a:xfrm>
            <a:off x="9372600" y="1463040"/>
            <a:ext cx="2331720" cy="1051560"/>
          </a:xfrm>
          <a:prstGeom prst="rect">
            <a:avLst/>
          </a:prstGeom>
          <a:noFill/>
          <a:ln/>
        </p:spPr>
        <p:txBody>
          <a:bodyPr wrap="square" lIns="635" tIns="635" rIns="635" bIns="635" rtlCol="0" anchor="ctr"/>
          <a:lstStyle/>
          <a:p>
            <a:pPr algn="ctr" indent="0" marL="0">
              <a:buNone/>
            </a:pPr>
            <a:r>
              <a:rPr lang="en-US" sz="1800" b="1" dirty="0">
                <a:solidFill>
                  <a:schemeClr val="tx1"/>
                </a:solidFill>
              </a:rPr>
              <a:t>Provider dashboard</a:t>
            </a:r>
            <a:endParaRPr lang="en-US" sz="1800" dirty="0"/>
          </a:p>
          <a:p>
            <a:pPr algn="ctr" indent="0" marL="0">
              <a:buNone/>
            </a:pPr>
            <a:r>
              <a:rPr lang="en-US" sz="1400" dirty="0">
                <a:solidFill>
                  <a:schemeClr val="tx2"/>
                </a:solidFill>
              </a:rPr>
              <a:t>live</a:t>
            </a:r>
            <a:endParaRPr lang="en-US" sz="1800" dirty="0"/>
          </a:p>
        </p:txBody>
      </p:sp>
      <p:sp>
        <p:nvSpPr>
          <p:cNvPr id="15" name="a05u_callout"/>
          <p:cNvSpPr/>
          <p:nvPr/>
        </p:nvSpPr>
        <p:spPr>
          <a:xfrm>
            <a:off x="4206240" y="2743200"/>
            <a:ext cx="3749040" cy="502920"/>
          </a:xfrm>
          <a:prstGeom prst="roundRect">
            <a:avLst>
              <a:gd name="adj" fmla="val 49091"/>
            </a:avLst>
          </a:prstGeom>
          <a:solidFill>
            <a:schemeClr val="accent6"/>
          </a:solidFill>
          <a:ln/>
        </p:spPr>
      </p:sp>
      <p:sp>
        <p:nvSpPr>
          <p:cNvPr id="16" name="a05u_calloutt"/>
          <p:cNvSpPr txBox="1"/>
          <p:nvPr/>
        </p:nvSpPr>
        <p:spPr>
          <a:xfrm>
            <a:off x="4206240" y="2743200"/>
            <a:ext cx="3749040" cy="502920"/>
          </a:xfrm>
          <a:prstGeom prst="rect">
            <a:avLst/>
          </a:prstGeom>
          <a:noFill/>
          <a:ln/>
        </p:spPr>
        <p:txBody>
          <a:bodyPr wrap="square" lIns="0" tIns="0" rIns="0" bIns="0" rtlCol="0" anchor="ctr"/>
          <a:lstStyle/>
          <a:p>
            <a:pPr algn="ctr" indent="0" marL="0">
              <a:buNone/>
            </a:pPr>
            <a:r>
              <a:rPr lang="en-US" sz="1600" b="1" dirty="0">
                <a:solidFill>
                  <a:schemeClr val="bg1"/>
                </a:solidFill>
              </a:rPr>
              <a:t>Opens even if the check isn't Clear</a:t>
            </a:r>
            <a:endParaRPr lang="en-US" sz="1600" dirty="0"/>
          </a:p>
        </p:txBody>
      </p:sp>
      <p:sp>
        <p:nvSpPr>
          <p:cNvPr id="17" name="a06u_pain0"/>
          <p:cNvSpPr/>
          <p:nvPr/>
        </p:nvSpPr>
        <p:spPr>
          <a:xfrm>
            <a:off x="457200" y="3703320"/>
            <a:ext cx="3566160" cy="2331720"/>
          </a:xfrm>
          <a:prstGeom prst="roundRect">
            <a:avLst>
              <a:gd name="adj" fmla="val 4706"/>
            </a:avLst>
          </a:prstGeom>
          <a:solidFill>
            <a:schemeClr val="accent4">
              <a:alpha val="28000"/>
            </a:schemeClr>
          </a:solidFill>
          <a:ln w="19050">
            <a:solidFill>
              <a:schemeClr val="accent4"/>
            </a:solidFill>
            <a:prstDash val="solid"/>
          </a:ln>
        </p:spPr>
      </p:sp>
      <p:sp>
        <p:nvSpPr>
          <p:cNvPr id="18" name="a06u_painb0"/>
          <p:cNvSpPr/>
          <p:nvPr/>
        </p:nvSpPr>
        <p:spPr>
          <a:xfrm>
            <a:off x="731520" y="3977640"/>
            <a:ext cx="685800" cy="685800"/>
          </a:xfrm>
          <a:prstGeom prst="ellipse">
            <a:avLst/>
          </a:prstGeom>
          <a:solidFill>
            <a:schemeClr val="accent4"/>
          </a:solidFill>
          <a:ln/>
        </p:spPr>
      </p:sp>
      <p:pic>
        <p:nvPicPr>
          <p:cNvPr id="19" name="a06u_painb0_i" descr="preencoded.png">    </p:cNvPr>
          <p:cNvPicPr>
            <a:picLocks noChangeAspect="1"/>
          </p:cNvPicPr>
          <p:nvPr/>
        </p:nvPicPr>
        <p:blipFill>
          <a:blip r:embed="rId1"/>
          <a:stretch>
            <a:fillRect/>
          </a:stretch>
        </p:blipFill>
        <p:spPr>
          <a:xfrm>
            <a:off x="909828" y="4155948"/>
            <a:ext cx="329184" cy="329184"/>
          </a:xfrm>
          <a:prstGeom prst="rect">
            <a:avLst/>
          </a:prstGeom>
        </p:spPr>
      </p:pic>
      <p:sp>
        <p:nvSpPr>
          <p:cNvPr id="20" name="a06u_painh0"/>
          <p:cNvSpPr txBox="1"/>
          <p:nvPr/>
        </p:nvSpPr>
        <p:spPr>
          <a:xfrm>
            <a:off x="731520" y="4800600"/>
            <a:ext cx="3017520" cy="411480"/>
          </a:xfrm>
          <a:prstGeom prst="rect">
            <a:avLst/>
          </a:prstGeom>
          <a:noFill/>
          <a:ln/>
        </p:spPr>
        <p:txBody>
          <a:bodyPr wrap="square" lIns="0" tIns="0" rIns="0" bIns="0" rtlCol="0" anchor="t"/>
          <a:lstStyle/>
          <a:p>
            <a:pPr algn="l" indent="0" marL="0">
              <a:buNone/>
            </a:pPr>
            <a:r>
              <a:rPr lang="en-US" sz="2000" b="1" dirty="0">
                <a:solidFill>
                  <a:schemeClr val="tx1"/>
                </a:solidFill>
              </a:rPr>
              <a:t>No roadmap</a:t>
            </a:r>
            <a:endParaRPr lang="en-US" sz="2000" dirty="0"/>
          </a:p>
        </p:txBody>
      </p:sp>
      <p:sp>
        <p:nvSpPr>
          <p:cNvPr id="21" name="a06u_paind0"/>
          <p:cNvSpPr txBox="1"/>
          <p:nvPr/>
        </p:nvSpPr>
        <p:spPr>
          <a:xfrm>
            <a:off x="731520" y="5239512"/>
            <a:ext cx="3017520" cy="731520"/>
          </a:xfrm>
          <a:prstGeom prst="rect">
            <a:avLst/>
          </a:prstGeom>
          <a:noFill/>
          <a:ln/>
        </p:spPr>
        <p:txBody>
          <a:bodyPr wrap="square" lIns="0" tIns="0" rIns="0" bIns="0" rtlCol="0" anchor="t"/>
          <a:lstStyle/>
          <a:p>
            <a:pPr algn="l" indent="0" marL="0">
              <a:buNone/>
            </a:pPr>
            <a:r>
              <a:rPr lang="en-US" sz="1400" dirty="0">
                <a:solidFill>
                  <a:schemeClr val="tx2"/>
                </a:solidFill>
              </a:rPr>
              <a:t>Users can't see how many steps remain, or why a background check is needed.</a:t>
            </a:r>
            <a:endParaRPr lang="en-US" sz="1400" dirty="0"/>
          </a:p>
        </p:txBody>
      </p:sp>
      <p:sp>
        <p:nvSpPr>
          <p:cNvPr id="22" name="a07u_pain1"/>
          <p:cNvSpPr/>
          <p:nvPr/>
        </p:nvSpPr>
        <p:spPr>
          <a:xfrm>
            <a:off x="4297680" y="3703320"/>
            <a:ext cx="3566160" cy="2331720"/>
          </a:xfrm>
          <a:prstGeom prst="roundRect">
            <a:avLst>
              <a:gd name="adj" fmla="val 4706"/>
            </a:avLst>
          </a:prstGeom>
          <a:solidFill>
            <a:schemeClr val="accent3">
              <a:alpha val="28000"/>
            </a:schemeClr>
          </a:solidFill>
          <a:ln w="19050">
            <a:solidFill>
              <a:schemeClr val="accent3"/>
            </a:solidFill>
            <a:prstDash val="solid"/>
          </a:ln>
        </p:spPr>
      </p:sp>
      <p:sp>
        <p:nvSpPr>
          <p:cNvPr id="23" name="a07u_painb1"/>
          <p:cNvSpPr/>
          <p:nvPr/>
        </p:nvSpPr>
        <p:spPr>
          <a:xfrm>
            <a:off x="4572000" y="3977640"/>
            <a:ext cx="685800" cy="685800"/>
          </a:xfrm>
          <a:prstGeom prst="ellipse">
            <a:avLst/>
          </a:prstGeom>
          <a:solidFill>
            <a:schemeClr val="accent3"/>
          </a:solidFill>
          <a:ln/>
        </p:spPr>
      </p:sp>
      <p:pic>
        <p:nvPicPr>
          <p:cNvPr id="24" name="a07u_painb1_i" descr="preencoded.png">    </p:cNvPr>
          <p:cNvPicPr>
            <a:picLocks noChangeAspect="1"/>
          </p:cNvPicPr>
          <p:nvPr/>
        </p:nvPicPr>
        <p:blipFill>
          <a:blip r:embed="rId2"/>
          <a:stretch>
            <a:fillRect/>
          </a:stretch>
        </p:blipFill>
        <p:spPr>
          <a:xfrm>
            <a:off x="4750308" y="4155948"/>
            <a:ext cx="329184" cy="329184"/>
          </a:xfrm>
          <a:prstGeom prst="rect">
            <a:avLst/>
          </a:prstGeom>
        </p:spPr>
      </p:pic>
      <p:sp>
        <p:nvSpPr>
          <p:cNvPr id="25" name="a07u_painh1"/>
          <p:cNvSpPr txBox="1"/>
          <p:nvPr/>
        </p:nvSpPr>
        <p:spPr>
          <a:xfrm>
            <a:off x="4572000" y="4800600"/>
            <a:ext cx="3017520" cy="411480"/>
          </a:xfrm>
          <a:prstGeom prst="rect">
            <a:avLst/>
          </a:prstGeom>
          <a:noFill/>
          <a:ln/>
        </p:spPr>
        <p:txBody>
          <a:bodyPr wrap="square" lIns="0" tIns="0" rIns="0" bIns="0" rtlCol="0" anchor="t"/>
          <a:lstStyle/>
          <a:p>
            <a:pPr algn="l" indent="0" marL="0">
              <a:buNone/>
            </a:pPr>
            <a:r>
              <a:rPr lang="en-US" sz="2000" b="1" dirty="0">
                <a:solidFill>
                  <a:schemeClr val="tx1"/>
                </a:solidFill>
              </a:rPr>
              <a:t>Paid check, cold start</a:t>
            </a:r>
            <a:endParaRPr lang="en-US" sz="2000" dirty="0"/>
          </a:p>
        </p:txBody>
      </p:sp>
      <p:sp>
        <p:nvSpPr>
          <p:cNvPr id="26" name="a07u_paind1"/>
          <p:cNvSpPr txBox="1"/>
          <p:nvPr/>
        </p:nvSpPr>
        <p:spPr>
          <a:xfrm>
            <a:off x="4572000" y="5239512"/>
            <a:ext cx="3017520" cy="731520"/>
          </a:xfrm>
          <a:prstGeom prst="rect">
            <a:avLst/>
          </a:prstGeom>
          <a:noFill/>
          <a:ln/>
        </p:spPr>
        <p:txBody>
          <a:bodyPr wrap="square" lIns="0" tIns="0" rIns="0" bIns="0" rtlCol="0" anchor="t"/>
          <a:lstStyle/>
          <a:p>
            <a:pPr algn="l" indent="0" marL="0">
              <a:buNone/>
            </a:pPr>
            <a:r>
              <a:rPr lang="en-US" sz="1400" dirty="0">
                <a:solidFill>
                  <a:schemeClr val="tx2"/>
                </a:solidFill>
              </a:rPr>
              <a:t>The Checkr step arrives with no warning that it costs time and takes days.</a:t>
            </a:r>
            <a:endParaRPr lang="en-US" sz="1400" dirty="0"/>
          </a:p>
        </p:txBody>
      </p:sp>
      <p:sp>
        <p:nvSpPr>
          <p:cNvPr id="27" name="a08u_pain2"/>
          <p:cNvSpPr/>
          <p:nvPr/>
        </p:nvSpPr>
        <p:spPr>
          <a:xfrm>
            <a:off x="8138160" y="3703320"/>
            <a:ext cx="3566160" cy="2331720"/>
          </a:xfrm>
          <a:prstGeom prst="roundRect">
            <a:avLst>
              <a:gd name="adj" fmla="val 4706"/>
            </a:avLst>
          </a:prstGeom>
          <a:solidFill>
            <a:schemeClr val="accent6">
              <a:alpha val="28000"/>
            </a:schemeClr>
          </a:solidFill>
          <a:ln w="19050">
            <a:solidFill>
              <a:schemeClr val="accent6"/>
            </a:solidFill>
            <a:prstDash val="solid"/>
          </a:ln>
        </p:spPr>
      </p:sp>
      <p:sp>
        <p:nvSpPr>
          <p:cNvPr id="28" name="a08u_painb2"/>
          <p:cNvSpPr/>
          <p:nvPr/>
        </p:nvSpPr>
        <p:spPr>
          <a:xfrm>
            <a:off x="8412480" y="3977640"/>
            <a:ext cx="685800" cy="685800"/>
          </a:xfrm>
          <a:prstGeom prst="ellipse">
            <a:avLst/>
          </a:prstGeom>
          <a:solidFill>
            <a:schemeClr val="accent6"/>
          </a:solidFill>
          <a:ln/>
        </p:spPr>
      </p:sp>
      <p:pic>
        <p:nvPicPr>
          <p:cNvPr id="29" name="a08u_painb2_i" descr="preencoded.png">    </p:cNvPr>
          <p:cNvPicPr>
            <a:picLocks noChangeAspect="1"/>
          </p:cNvPicPr>
          <p:nvPr/>
        </p:nvPicPr>
        <p:blipFill>
          <a:blip r:embed="rId3"/>
          <a:stretch>
            <a:fillRect/>
          </a:stretch>
        </p:blipFill>
        <p:spPr>
          <a:xfrm>
            <a:off x="8590788" y="4155948"/>
            <a:ext cx="329184" cy="329184"/>
          </a:xfrm>
          <a:prstGeom prst="rect">
            <a:avLst/>
          </a:prstGeom>
        </p:spPr>
      </p:pic>
      <p:sp>
        <p:nvSpPr>
          <p:cNvPr id="30" name="a08u_painh2"/>
          <p:cNvSpPr txBox="1"/>
          <p:nvPr/>
        </p:nvSpPr>
        <p:spPr>
          <a:xfrm>
            <a:off x="8412480" y="4800600"/>
            <a:ext cx="3017520" cy="411480"/>
          </a:xfrm>
          <a:prstGeom prst="rect">
            <a:avLst/>
          </a:prstGeom>
          <a:noFill/>
          <a:ln/>
        </p:spPr>
        <p:txBody>
          <a:bodyPr wrap="square" lIns="0" tIns="0" rIns="0" bIns="0" rtlCol="0" anchor="t"/>
          <a:lstStyle/>
          <a:p>
            <a:pPr algn="l" indent="0" marL="0">
              <a:buNone/>
            </a:pPr>
            <a:r>
              <a:rPr lang="en-US" sz="2000" b="1" dirty="0">
                <a:solidFill>
                  <a:schemeClr val="tx1"/>
                </a:solidFill>
              </a:rPr>
              <a:t>No gate</a:t>
            </a:r>
            <a:endParaRPr lang="en-US" sz="2000" dirty="0"/>
          </a:p>
        </p:txBody>
      </p:sp>
      <p:sp>
        <p:nvSpPr>
          <p:cNvPr id="31" name="a08u_paind2"/>
          <p:cNvSpPr txBox="1"/>
          <p:nvPr/>
        </p:nvSpPr>
        <p:spPr>
          <a:xfrm>
            <a:off x="8412480" y="5239512"/>
            <a:ext cx="3017520" cy="731520"/>
          </a:xfrm>
          <a:prstGeom prst="rect">
            <a:avLst/>
          </a:prstGeom>
          <a:noFill/>
          <a:ln/>
        </p:spPr>
        <p:txBody>
          <a:bodyPr wrap="square" lIns="0" tIns="0" rIns="0" bIns="0" rtlCol="0" anchor="t"/>
          <a:lstStyle/>
          <a:p>
            <a:pPr algn="l" indent="0" marL="0">
              <a:buNone/>
            </a:pPr>
            <a:r>
              <a:rPr lang="en-US" sz="1400" dirty="0">
                <a:solidFill>
                  <a:schemeClr val="tx2"/>
                </a:solidFill>
              </a:rPr>
              <a:t>Nothing blocks subscription while a check is pending, flagged or failed.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35" fill="hold">
                      <p:stCondLst>
                        <p:cond delay="indefinite"/>
                        <p:cond evt="onBegin" delay="0">
                          <p:tgtEl>
                            <p:sldTgt/>
                          </p:tgtEl>
                        </p:cond>
                      </p:stCondLst>
                      <p:childTnLst>
                        <p:par>
                          <p:cTn id="127" fill="hold">
                            <p:stCondLst>
                              <p:cond delay="0"/>
                            </p:stCondLst>
                            <p:childTnLst>
                              <p:par>
                                <p:cTn id="3" presetID="22" presetClass="entr" presetSubtype="8"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wipe(left)">
                                      <p:cBhvr>
                                        <p:cTn id="5" dur="520"/>
                                        <p:tgtEl>
                                          <p:spTgt spid="4"/>
                                        </p:tgtEl>
                                      </p:cBhvr>
                                    </p:animEffect>
                                  </p:childTnLst>
                                </p:cTn>
                              </p:par>
                              <p:par>
                                <p:cTn id="6" presetID="22" presetClass="entr" presetSubtype="8"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wipe(left)">
                                      <p:cBhvr>
                                        <p:cTn id="8" dur="520"/>
                                        <p:tgtEl>
                                          <p:spTgt spid="5"/>
                                        </p:tgtEl>
                                      </p:cBhvr>
                                    </p:animEffect>
                                  </p:childTnLst>
                                </p:cTn>
                              </p:par>
                            </p:childTnLst>
                          </p:cTn>
                        </p:par>
                        <p:par>
                          <p:cTn id="128" fill="hold">
                            <p:stCondLst>
                              <p:cond delay="38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20"/>
                                        <p:tgtEl>
                                          <p:spTgt spid="6"/>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20"/>
                                        <p:tgtEl>
                                          <p:spTgt spid="7"/>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20"/>
                                        <p:tgtEl>
                                          <p:spTgt spid="8"/>
                                        </p:tgtEl>
                                      </p:cBhvr>
                                    </p:animEffect>
                                  </p:childTnLst>
                                </p:cTn>
                              </p:par>
                            </p:childTnLst>
                          </p:cTn>
                        </p:par>
                        <p:par>
                          <p:cTn id="129" fill="hold">
                            <p:stCondLst>
                              <p:cond delay="760"/>
                            </p:stCondLst>
                            <p:childTnLst>
                              <p:par>
                                <p:cTn id="18" presetID="53" presetClass="entr" presetSubtype="16"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p:cTn id="20" dur="520" decel="100000" fill="hold"/>
                                        <p:tgtEl>
                                          <p:spTgt spid="9"/>
                                        </p:tgtEl>
                                        <p:attrNameLst>
                                          <p:attrName>ppt_w</p:attrName>
                                        </p:attrNameLst>
                                      </p:cBhvr>
                                      <p:tavLst>
                                        <p:tav tm="0">
                                          <p:val>
                                            <p:fltVal val="0"/>
                                          </p:val>
                                        </p:tav>
                                        <p:tav tm="100000">
                                          <p:val>
                                            <p:strVal val="#ppt_w"/>
                                          </p:val>
                                        </p:tav>
                                      </p:tavLst>
                                    </p:anim>
                                    <p:anim calcmode="lin" valueType="num">
                                      <p:cBhvr>
                                        <p:cTn id="21" dur="520" decel="100000" fill="hold"/>
                                        <p:tgtEl>
                                          <p:spTgt spid="9"/>
                                        </p:tgtEl>
                                        <p:attrNameLst>
                                          <p:attrName>ppt_h</p:attrName>
                                        </p:attrNameLst>
                                      </p:cBhvr>
                                      <p:tavLst>
                                        <p:tav tm="0">
                                          <p:val>
                                            <p:fltVal val="0"/>
                                          </p:val>
                                        </p:tav>
                                        <p:tav tm="100000">
                                          <p:val>
                                            <p:strVal val="#ppt_h"/>
                                          </p:val>
                                        </p:tav>
                                      </p:tavLst>
                                    </p:anim>
                                    <p:animEffect transition="in" filter="fade">
                                      <p:cBhvr>
                                        <p:cTn id="22" dur="520"/>
                                        <p:tgtEl>
                                          <p:spTgt spid="9"/>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20" decel="100000" fill="hold"/>
                                        <p:tgtEl>
                                          <p:spTgt spid="10"/>
                                        </p:tgtEl>
                                        <p:attrNameLst>
                                          <p:attrName>ppt_w</p:attrName>
                                        </p:attrNameLst>
                                      </p:cBhvr>
                                      <p:tavLst>
                                        <p:tav tm="0">
                                          <p:val>
                                            <p:fltVal val="0"/>
                                          </p:val>
                                        </p:tav>
                                        <p:tav tm="100000">
                                          <p:val>
                                            <p:strVal val="#ppt_w"/>
                                          </p:val>
                                        </p:tav>
                                      </p:tavLst>
                                    </p:anim>
                                    <p:anim calcmode="lin" valueType="num">
                                      <p:cBhvr>
                                        <p:cTn id="26" dur="520" decel="100000" fill="hold"/>
                                        <p:tgtEl>
                                          <p:spTgt spid="10"/>
                                        </p:tgtEl>
                                        <p:attrNameLst>
                                          <p:attrName>ppt_h</p:attrName>
                                        </p:attrNameLst>
                                      </p:cBhvr>
                                      <p:tavLst>
                                        <p:tav tm="0">
                                          <p:val>
                                            <p:fltVal val="0"/>
                                          </p:val>
                                        </p:tav>
                                        <p:tav tm="100000">
                                          <p:val>
                                            <p:strVal val="#ppt_h"/>
                                          </p:val>
                                        </p:tav>
                                      </p:tavLst>
                                    </p:anim>
                                    <p:animEffect transition="in" filter="fade">
                                      <p:cBhvr>
                                        <p:cTn id="27" dur="520"/>
                                        <p:tgtEl>
                                          <p:spTgt spid="10"/>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520" decel="100000" fill="hold"/>
                                        <p:tgtEl>
                                          <p:spTgt spid="11"/>
                                        </p:tgtEl>
                                        <p:attrNameLst>
                                          <p:attrName>ppt_w</p:attrName>
                                        </p:attrNameLst>
                                      </p:cBhvr>
                                      <p:tavLst>
                                        <p:tav tm="0">
                                          <p:val>
                                            <p:fltVal val="0"/>
                                          </p:val>
                                        </p:tav>
                                        <p:tav tm="100000">
                                          <p:val>
                                            <p:strVal val="#ppt_w"/>
                                          </p:val>
                                        </p:tav>
                                      </p:tavLst>
                                    </p:anim>
                                    <p:anim calcmode="lin" valueType="num">
                                      <p:cBhvr>
                                        <p:cTn id="31" dur="520" decel="100000" fill="hold"/>
                                        <p:tgtEl>
                                          <p:spTgt spid="11"/>
                                        </p:tgtEl>
                                        <p:attrNameLst>
                                          <p:attrName>ppt_h</p:attrName>
                                        </p:attrNameLst>
                                      </p:cBhvr>
                                      <p:tavLst>
                                        <p:tav tm="0">
                                          <p:val>
                                            <p:fltVal val="0"/>
                                          </p:val>
                                        </p:tav>
                                        <p:tav tm="100000">
                                          <p:val>
                                            <p:strVal val="#ppt_h"/>
                                          </p:val>
                                        </p:tav>
                                      </p:tavLst>
                                    </p:anim>
                                    <p:animEffect transition="in" filter="fade">
                                      <p:cBhvr>
                                        <p:cTn id="32" dur="520"/>
                                        <p:tgtEl>
                                          <p:spTgt spid="11"/>
                                        </p:tgtEl>
                                      </p:cBhvr>
                                    </p:animEffect>
                                  </p:childTnLst>
                                </p:cTn>
                              </p:par>
                            </p:childTnLst>
                          </p:cTn>
                        </p:par>
                        <p:par>
                          <p:cTn id="130" fill="hold">
                            <p:stCondLst>
                              <p:cond delay="1140"/>
                            </p:stCondLst>
                            <p:childTnLst>
                              <p:par>
                                <p:cTn id="33" presetID="22" presetClass="entr" presetSubtype="8"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20"/>
                                        <p:tgtEl>
                                          <p:spTgt spid="12"/>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20"/>
                                        <p:tgtEl>
                                          <p:spTgt spid="13"/>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20"/>
                                        <p:tgtEl>
                                          <p:spTgt spid="14"/>
                                        </p:tgtEl>
                                      </p:cBhvr>
                                    </p:animEffect>
                                  </p:childTnLst>
                                </p:cTn>
                              </p:par>
                            </p:childTnLst>
                          </p:cTn>
                        </p:par>
                        <p:par>
                          <p:cTn id="131" fill="hold">
                            <p:stCondLst>
                              <p:cond delay="1520"/>
                            </p:stCondLst>
                            <p:childTnLst>
                              <p:par>
                                <p:cTn id="42" presetID="42" presetClass="entr" presetSubtype="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20" decel="100000" fill="hold"/>
                                        <p:tgtEl>
                                          <p:spTgt spid="15"/>
                                        </p:tgtEl>
                                        <p:attrNameLst>
                                          <p:attrName>ppt_x</p:attrName>
                                        </p:attrNameLst>
                                      </p:cBhvr>
                                      <p:tavLst>
                                        <p:tav tm="0">
                                          <p:val>
                                            <p:strVal val="#ppt_x"/>
                                          </p:val>
                                        </p:tav>
                                        <p:tav tm="100000">
                                          <p:val>
                                            <p:strVal val="#ppt_x"/>
                                          </p:val>
                                        </p:tav>
                                      </p:tavLst>
                                    </p:anim>
                                    <p:anim calcmode="lin" valueType="num">
                                      <p:cBhvr additive="base">
                                        <p:cTn id="45" dur="520" decel="100000" fill="hold"/>
                                        <p:tgtEl>
                                          <p:spTgt spid="15"/>
                                        </p:tgtEl>
                                        <p:attrNameLst>
                                          <p:attrName>ppt_y</p:attrName>
                                        </p:attrNameLst>
                                      </p:cBhvr>
                                      <p:tavLst>
                                        <p:tav tm="0">
                                          <p:val>
                                            <p:strVal val="#ppt_y+0.15"/>
                                          </p:val>
                                        </p:tav>
                                        <p:tav tm="100000">
                                          <p:val>
                                            <p:strVal val="#ppt_y"/>
                                          </p:val>
                                        </p:tav>
                                      </p:tavLst>
                                    </p:anim>
                                    <p:animEffect transition="in" filter="fade">
                                      <p:cBhvr>
                                        <p:cTn id="46" dur="520"/>
                                        <p:tgtEl>
                                          <p:spTgt spid="15"/>
                                        </p:tgtEl>
                                      </p:cBhvr>
                                    </p:animEffect>
                                  </p:childTnLst>
                                </p:cTn>
                              </p:par>
                              <p:par>
                                <p:cTn id="47" presetID="42"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20" decel="100000" fill="hold"/>
                                        <p:tgtEl>
                                          <p:spTgt spid="16"/>
                                        </p:tgtEl>
                                        <p:attrNameLst>
                                          <p:attrName>ppt_x</p:attrName>
                                        </p:attrNameLst>
                                      </p:cBhvr>
                                      <p:tavLst>
                                        <p:tav tm="0">
                                          <p:val>
                                            <p:strVal val="#ppt_x"/>
                                          </p:val>
                                        </p:tav>
                                        <p:tav tm="100000">
                                          <p:val>
                                            <p:strVal val="#ppt_x"/>
                                          </p:val>
                                        </p:tav>
                                      </p:tavLst>
                                    </p:anim>
                                    <p:anim calcmode="lin" valueType="num">
                                      <p:cBhvr additive="base">
                                        <p:cTn id="50" dur="520" decel="100000" fill="hold"/>
                                        <p:tgtEl>
                                          <p:spTgt spid="16"/>
                                        </p:tgtEl>
                                        <p:attrNameLst>
                                          <p:attrName>ppt_y</p:attrName>
                                        </p:attrNameLst>
                                      </p:cBhvr>
                                      <p:tavLst>
                                        <p:tav tm="0">
                                          <p:val>
                                            <p:strVal val="#ppt_y+0.15"/>
                                          </p:val>
                                        </p:tav>
                                        <p:tav tm="100000">
                                          <p:val>
                                            <p:strVal val="#ppt_y"/>
                                          </p:val>
                                        </p:tav>
                                      </p:tavLst>
                                    </p:anim>
                                    <p:animEffect transition="in" filter="fade">
                                      <p:cBhvr>
                                        <p:cTn id="51" dur="520"/>
                                        <p:tgtEl>
                                          <p:spTgt spid="16"/>
                                        </p:tgtEl>
                                      </p:cBhvr>
                                    </p:animEffect>
                                  </p:childTnLst>
                                </p:cTn>
                              </p:par>
                            </p:childTnLst>
                          </p:cTn>
                        </p:par>
                        <p:par>
                          <p:cTn id="132" fill="hold">
                            <p:stCondLst>
                              <p:cond delay="1900"/>
                            </p:stCondLst>
                            <p:childTnLst>
                              <p:par>
                                <p:cTn id="52" presetID="42" presetClass="entr" presetSubtype="0" fill="hold" grpId="0" nodeType="after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additive="base">
                                        <p:cTn id="54" dur="520" decel="100000" fill="hold"/>
                                        <p:tgtEl>
                                          <p:spTgt spid="17"/>
                                        </p:tgtEl>
                                        <p:attrNameLst>
                                          <p:attrName>ppt_x</p:attrName>
                                        </p:attrNameLst>
                                      </p:cBhvr>
                                      <p:tavLst>
                                        <p:tav tm="0">
                                          <p:val>
                                            <p:strVal val="#ppt_x"/>
                                          </p:val>
                                        </p:tav>
                                        <p:tav tm="100000">
                                          <p:val>
                                            <p:strVal val="#ppt_x"/>
                                          </p:val>
                                        </p:tav>
                                      </p:tavLst>
                                    </p:anim>
                                    <p:anim calcmode="lin" valueType="num">
                                      <p:cBhvr additive="base">
                                        <p:cTn id="55" dur="520" decel="100000" fill="hold"/>
                                        <p:tgtEl>
                                          <p:spTgt spid="17"/>
                                        </p:tgtEl>
                                        <p:attrNameLst>
                                          <p:attrName>ppt_y</p:attrName>
                                        </p:attrNameLst>
                                      </p:cBhvr>
                                      <p:tavLst>
                                        <p:tav tm="0">
                                          <p:val>
                                            <p:strVal val="#ppt_y+0.15"/>
                                          </p:val>
                                        </p:tav>
                                        <p:tav tm="100000">
                                          <p:val>
                                            <p:strVal val="#ppt_y"/>
                                          </p:val>
                                        </p:tav>
                                      </p:tavLst>
                                    </p:anim>
                                    <p:animEffect transition="in" filter="fade">
                                      <p:cBhvr>
                                        <p:cTn id="56" dur="520"/>
                                        <p:tgtEl>
                                          <p:spTgt spid="17"/>
                                        </p:tgtEl>
                                      </p:cBhvr>
                                    </p:animEffect>
                                  </p:childTnLst>
                                </p:cTn>
                              </p:par>
                              <p:par>
                                <p:cTn id="57" presetID="42"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20" decel="100000" fill="hold"/>
                                        <p:tgtEl>
                                          <p:spTgt spid="18"/>
                                        </p:tgtEl>
                                        <p:attrNameLst>
                                          <p:attrName>ppt_x</p:attrName>
                                        </p:attrNameLst>
                                      </p:cBhvr>
                                      <p:tavLst>
                                        <p:tav tm="0">
                                          <p:val>
                                            <p:strVal val="#ppt_x"/>
                                          </p:val>
                                        </p:tav>
                                        <p:tav tm="100000">
                                          <p:val>
                                            <p:strVal val="#ppt_x"/>
                                          </p:val>
                                        </p:tav>
                                      </p:tavLst>
                                    </p:anim>
                                    <p:anim calcmode="lin" valueType="num">
                                      <p:cBhvr additive="base">
                                        <p:cTn id="60" dur="520" decel="100000" fill="hold"/>
                                        <p:tgtEl>
                                          <p:spTgt spid="18"/>
                                        </p:tgtEl>
                                        <p:attrNameLst>
                                          <p:attrName>ppt_y</p:attrName>
                                        </p:attrNameLst>
                                      </p:cBhvr>
                                      <p:tavLst>
                                        <p:tav tm="0">
                                          <p:val>
                                            <p:strVal val="#ppt_y+0.15"/>
                                          </p:val>
                                        </p:tav>
                                        <p:tav tm="100000">
                                          <p:val>
                                            <p:strVal val="#ppt_y"/>
                                          </p:val>
                                        </p:tav>
                                      </p:tavLst>
                                    </p:anim>
                                    <p:animEffect transition="in" filter="fade">
                                      <p:cBhvr>
                                        <p:cTn id="61" dur="520"/>
                                        <p:tgtEl>
                                          <p:spTgt spid="18"/>
                                        </p:tgtEl>
                                      </p:cBhvr>
                                    </p:animEffect>
                                  </p:childTnLst>
                                </p:cTn>
                              </p:par>
                              <p:par>
                                <p:cTn id="62" presetID="42"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 calcmode="lin" valueType="num">
                                      <p:cBhvr additive="base">
                                        <p:cTn id="64" dur="520" decel="100000" fill="hold"/>
                                        <p:tgtEl>
                                          <p:spTgt spid="19"/>
                                        </p:tgtEl>
                                        <p:attrNameLst>
                                          <p:attrName>ppt_x</p:attrName>
                                        </p:attrNameLst>
                                      </p:cBhvr>
                                      <p:tavLst>
                                        <p:tav tm="0">
                                          <p:val>
                                            <p:strVal val="#ppt_x"/>
                                          </p:val>
                                        </p:tav>
                                        <p:tav tm="100000">
                                          <p:val>
                                            <p:strVal val="#ppt_x"/>
                                          </p:val>
                                        </p:tav>
                                      </p:tavLst>
                                    </p:anim>
                                    <p:anim calcmode="lin" valueType="num">
                                      <p:cBhvr additive="base">
                                        <p:cTn id="65" dur="520" decel="100000" fill="hold"/>
                                        <p:tgtEl>
                                          <p:spTgt spid="19"/>
                                        </p:tgtEl>
                                        <p:attrNameLst>
                                          <p:attrName>ppt_y</p:attrName>
                                        </p:attrNameLst>
                                      </p:cBhvr>
                                      <p:tavLst>
                                        <p:tav tm="0">
                                          <p:val>
                                            <p:strVal val="#ppt_y+0.15"/>
                                          </p:val>
                                        </p:tav>
                                        <p:tav tm="100000">
                                          <p:val>
                                            <p:strVal val="#ppt_y"/>
                                          </p:val>
                                        </p:tav>
                                      </p:tavLst>
                                    </p:anim>
                                    <p:animEffect transition="in" filter="fade">
                                      <p:cBhvr>
                                        <p:cTn id="66" dur="520"/>
                                        <p:tgtEl>
                                          <p:spTgt spid="19"/>
                                        </p:tgtEl>
                                      </p:cBhvr>
                                    </p:animEffect>
                                  </p:childTnLst>
                                </p:cTn>
                              </p:par>
                              <p:par>
                                <p:cTn id="67" presetID="42"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 calcmode="lin" valueType="num">
                                      <p:cBhvr additive="base">
                                        <p:cTn id="69" dur="520" decel="100000" fill="hold"/>
                                        <p:tgtEl>
                                          <p:spTgt spid="20"/>
                                        </p:tgtEl>
                                        <p:attrNameLst>
                                          <p:attrName>ppt_x</p:attrName>
                                        </p:attrNameLst>
                                      </p:cBhvr>
                                      <p:tavLst>
                                        <p:tav tm="0">
                                          <p:val>
                                            <p:strVal val="#ppt_x"/>
                                          </p:val>
                                        </p:tav>
                                        <p:tav tm="100000">
                                          <p:val>
                                            <p:strVal val="#ppt_x"/>
                                          </p:val>
                                        </p:tav>
                                      </p:tavLst>
                                    </p:anim>
                                    <p:anim calcmode="lin" valueType="num">
                                      <p:cBhvr additive="base">
                                        <p:cTn id="70" dur="520" decel="100000" fill="hold"/>
                                        <p:tgtEl>
                                          <p:spTgt spid="20"/>
                                        </p:tgtEl>
                                        <p:attrNameLst>
                                          <p:attrName>ppt_y</p:attrName>
                                        </p:attrNameLst>
                                      </p:cBhvr>
                                      <p:tavLst>
                                        <p:tav tm="0">
                                          <p:val>
                                            <p:strVal val="#ppt_y+0.15"/>
                                          </p:val>
                                        </p:tav>
                                        <p:tav tm="100000">
                                          <p:val>
                                            <p:strVal val="#ppt_y"/>
                                          </p:val>
                                        </p:tav>
                                      </p:tavLst>
                                    </p:anim>
                                    <p:animEffect transition="in" filter="fade">
                                      <p:cBhvr>
                                        <p:cTn id="71" dur="520"/>
                                        <p:tgtEl>
                                          <p:spTgt spid="20"/>
                                        </p:tgtEl>
                                      </p:cBhvr>
                                    </p:animEffect>
                                  </p:childTnLst>
                                </p:cTn>
                              </p:par>
                              <p:par>
                                <p:cTn id="72" presetID="42"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520" decel="100000" fill="hold"/>
                                        <p:tgtEl>
                                          <p:spTgt spid="21"/>
                                        </p:tgtEl>
                                        <p:attrNameLst>
                                          <p:attrName>ppt_x</p:attrName>
                                        </p:attrNameLst>
                                      </p:cBhvr>
                                      <p:tavLst>
                                        <p:tav tm="0">
                                          <p:val>
                                            <p:strVal val="#ppt_x"/>
                                          </p:val>
                                        </p:tav>
                                        <p:tav tm="100000">
                                          <p:val>
                                            <p:strVal val="#ppt_x"/>
                                          </p:val>
                                        </p:tav>
                                      </p:tavLst>
                                    </p:anim>
                                    <p:anim calcmode="lin" valueType="num">
                                      <p:cBhvr additive="base">
                                        <p:cTn id="75" dur="520" decel="100000" fill="hold"/>
                                        <p:tgtEl>
                                          <p:spTgt spid="21"/>
                                        </p:tgtEl>
                                        <p:attrNameLst>
                                          <p:attrName>ppt_y</p:attrName>
                                        </p:attrNameLst>
                                      </p:cBhvr>
                                      <p:tavLst>
                                        <p:tav tm="0">
                                          <p:val>
                                            <p:strVal val="#ppt_y+0.15"/>
                                          </p:val>
                                        </p:tav>
                                        <p:tav tm="100000">
                                          <p:val>
                                            <p:strVal val="#ppt_y"/>
                                          </p:val>
                                        </p:tav>
                                      </p:tavLst>
                                    </p:anim>
                                    <p:animEffect transition="in" filter="fade">
                                      <p:cBhvr>
                                        <p:cTn id="76" dur="520"/>
                                        <p:tgtEl>
                                          <p:spTgt spid="21"/>
                                        </p:tgtEl>
                                      </p:cBhvr>
                                    </p:animEffect>
                                  </p:childTnLst>
                                </p:cTn>
                              </p:par>
                            </p:childTnLst>
                          </p:cTn>
                        </p:par>
                        <p:par>
                          <p:cTn id="133" fill="hold">
                            <p:stCondLst>
                              <p:cond delay="2280"/>
                            </p:stCondLst>
                            <p:childTnLst>
                              <p:par>
                                <p:cTn id="77" presetID="42" presetClass="entr" presetSubtype="0" fill="hold" grpId="0" nodeType="after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520" decel="100000" fill="hold"/>
                                        <p:tgtEl>
                                          <p:spTgt spid="22"/>
                                        </p:tgtEl>
                                        <p:attrNameLst>
                                          <p:attrName>ppt_x</p:attrName>
                                        </p:attrNameLst>
                                      </p:cBhvr>
                                      <p:tavLst>
                                        <p:tav tm="0">
                                          <p:val>
                                            <p:strVal val="#ppt_x"/>
                                          </p:val>
                                        </p:tav>
                                        <p:tav tm="100000">
                                          <p:val>
                                            <p:strVal val="#ppt_x"/>
                                          </p:val>
                                        </p:tav>
                                      </p:tavLst>
                                    </p:anim>
                                    <p:anim calcmode="lin" valueType="num">
                                      <p:cBhvr additive="base">
                                        <p:cTn id="80" dur="520" decel="100000" fill="hold"/>
                                        <p:tgtEl>
                                          <p:spTgt spid="22"/>
                                        </p:tgtEl>
                                        <p:attrNameLst>
                                          <p:attrName>ppt_y</p:attrName>
                                        </p:attrNameLst>
                                      </p:cBhvr>
                                      <p:tavLst>
                                        <p:tav tm="0">
                                          <p:val>
                                            <p:strVal val="#ppt_y+0.15"/>
                                          </p:val>
                                        </p:tav>
                                        <p:tav tm="100000">
                                          <p:val>
                                            <p:strVal val="#ppt_y"/>
                                          </p:val>
                                        </p:tav>
                                      </p:tavLst>
                                    </p:anim>
                                    <p:animEffect transition="in" filter="fade">
                                      <p:cBhvr>
                                        <p:cTn id="81" dur="520"/>
                                        <p:tgtEl>
                                          <p:spTgt spid="22"/>
                                        </p:tgtEl>
                                      </p:cBhvr>
                                    </p:animEffect>
                                  </p:childTnLst>
                                </p:cTn>
                              </p:par>
                              <p:par>
                                <p:cTn id="82" presetID="42" presetClass="entr" presetSubtype="0" fill="hold" grpId="0" nodeType="withEffect">
                                  <p:stCondLst>
                                    <p:cond delay="0"/>
                                  </p:stCondLst>
                                  <p:childTnLst>
                                    <p:set>
                                      <p:cBhvr>
                                        <p:cTn id="83" dur="1" fill="hold">
                                          <p:stCondLst>
                                            <p:cond delay="0"/>
                                          </p:stCondLst>
                                        </p:cTn>
                                        <p:tgtEl>
                                          <p:spTgt spid="23"/>
                                        </p:tgtEl>
                                        <p:attrNameLst>
                                          <p:attrName>style.visibility</p:attrName>
                                        </p:attrNameLst>
                                      </p:cBhvr>
                                      <p:to>
                                        <p:strVal val="visible"/>
                                      </p:to>
                                    </p:set>
                                    <p:anim calcmode="lin" valueType="num">
                                      <p:cBhvr additive="base">
                                        <p:cTn id="84" dur="520" decel="100000" fill="hold"/>
                                        <p:tgtEl>
                                          <p:spTgt spid="23"/>
                                        </p:tgtEl>
                                        <p:attrNameLst>
                                          <p:attrName>ppt_x</p:attrName>
                                        </p:attrNameLst>
                                      </p:cBhvr>
                                      <p:tavLst>
                                        <p:tav tm="0">
                                          <p:val>
                                            <p:strVal val="#ppt_x"/>
                                          </p:val>
                                        </p:tav>
                                        <p:tav tm="100000">
                                          <p:val>
                                            <p:strVal val="#ppt_x"/>
                                          </p:val>
                                        </p:tav>
                                      </p:tavLst>
                                    </p:anim>
                                    <p:anim calcmode="lin" valueType="num">
                                      <p:cBhvr additive="base">
                                        <p:cTn id="85" dur="520" decel="100000" fill="hold"/>
                                        <p:tgtEl>
                                          <p:spTgt spid="23"/>
                                        </p:tgtEl>
                                        <p:attrNameLst>
                                          <p:attrName>ppt_y</p:attrName>
                                        </p:attrNameLst>
                                      </p:cBhvr>
                                      <p:tavLst>
                                        <p:tav tm="0">
                                          <p:val>
                                            <p:strVal val="#ppt_y+0.15"/>
                                          </p:val>
                                        </p:tav>
                                        <p:tav tm="100000">
                                          <p:val>
                                            <p:strVal val="#ppt_y"/>
                                          </p:val>
                                        </p:tav>
                                      </p:tavLst>
                                    </p:anim>
                                    <p:animEffect transition="in" filter="fade">
                                      <p:cBhvr>
                                        <p:cTn id="86" dur="520"/>
                                        <p:tgtEl>
                                          <p:spTgt spid="23"/>
                                        </p:tgtEl>
                                      </p:cBhvr>
                                    </p:animEffect>
                                  </p:childTnLst>
                                </p:cTn>
                              </p:par>
                              <p:par>
                                <p:cTn id="87" presetID="42" presetClass="entr" presetSubtype="0" fill="hold" grpId="0" nodeType="withEffect">
                                  <p:stCondLst>
                                    <p:cond delay="0"/>
                                  </p:stCondLst>
                                  <p:childTnLst>
                                    <p:set>
                                      <p:cBhvr>
                                        <p:cTn id="88" dur="1" fill="hold">
                                          <p:stCondLst>
                                            <p:cond delay="0"/>
                                          </p:stCondLst>
                                        </p:cTn>
                                        <p:tgtEl>
                                          <p:spTgt spid="24"/>
                                        </p:tgtEl>
                                        <p:attrNameLst>
                                          <p:attrName>style.visibility</p:attrName>
                                        </p:attrNameLst>
                                      </p:cBhvr>
                                      <p:to>
                                        <p:strVal val="visible"/>
                                      </p:to>
                                    </p:set>
                                    <p:anim calcmode="lin" valueType="num">
                                      <p:cBhvr additive="base">
                                        <p:cTn id="89" dur="520" decel="100000" fill="hold"/>
                                        <p:tgtEl>
                                          <p:spTgt spid="24"/>
                                        </p:tgtEl>
                                        <p:attrNameLst>
                                          <p:attrName>ppt_x</p:attrName>
                                        </p:attrNameLst>
                                      </p:cBhvr>
                                      <p:tavLst>
                                        <p:tav tm="0">
                                          <p:val>
                                            <p:strVal val="#ppt_x"/>
                                          </p:val>
                                        </p:tav>
                                        <p:tav tm="100000">
                                          <p:val>
                                            <p:strVal val="#ppt_x"/>
                                          </p:val>
                                        </p:tav>
                                      </p:tavLst>
                                    </p:anim>
                                    <p:anim calcmode="lin" valueType="num">
                                      <p:cBhvr additive="base">
                                        <p:cTn id="90" dur="520" decel="100000" fill="hold"/>
                                        <p:tgtEl>
                                          <p:spTgt spid="24"/>
                                        </p:tgtEl>
                                        <p:attrNameLst>
                                          <p:attrName>ppt_y</p:attrName>
                                        </p:attrNameLst>
                                      </p:cBhvr>
                                      <p:tavLst>
                                        <p:tav tm="0">
                                          <p:val>
                                            <p:strVal val="#ppt_y+0.15"/>
                                          </p:val>
                                        </p:tav>
                                        <p:tav tm="100000">
                                          <p:val>
                                            <p:strVal val="#ppt_y"/>
                                          </p:val>
                                        </p:tav>
                                      </p:tavLst>
                                    </p:anim>
                                    <p:animEffect transition="in" filter="fade">
                                      <p:cBhvr>
                                        <p:cTn id="91" dur="520"/>
                                        <p:tgtEl>
                                          <p:spTgt spid="24"/>
                                        </p:tgtEl>
                                      </p:cBhvr>
                                    </p:animEffect>
                                  </p:childTnLst>
                                </p:cTn>
                              </p:par>
                              <p:par>
                                <p:cTn id="92" presetID="42" presetClass="entr" presetSubtype="0" fill="hold" grpId="0" nodeType="withEffect">
                                  <p:stCondLst>
                                    <p:cond delay="0"/>
                                  </p:stCondLst>
                                  <p:childTnLst>
                                    <p:set>
                                      <p:cBhvr>
                                        <p:cTn id="93" dur="1" fill="hold">
                                          <p:stCondLst>
                                            <p:cond delay="0"/>
                                          </p:stCondLst>
                                        </p:cTn>
                                        <p:tgtEl>
                                          <p:spTgt spid="25"/>
                                        </p:tgtEl>
                                        <p:attrNameLst>
                                          <p:attrName>style.visibility</p:attrName>
                                        </p:attrNameLst>
                                      </p:cBhvr>
                                      <p:to>
                                        <p:strVal val="visible"/>
                                      </p:to>
                                    </p:set>
                                    <p:anim calcmode="lin" valueType="num">
                                      <p:cBhvr additive="base">
                                        <p:cTn id="94" dur="520" decel="100000" fill="hold"/>
                                        <p:tgtEl>
                                          <p:spTgt spid="25"/>
                                        </p:tgtEl>
                                        <p:attrNameLst>
                                          <p:attrName>ppt_x</p:attrName>
                                        </p:attrNameLst>
                                      </p:cBhvr>
                                      <p:tavLst>
                                        <p:tav tm="0">
                                          <p:val>
                                            <p:strVal val="#ppt_x"/>
                                          </p:val>
                                        </p:tav>
                                        <p:tav tm="100000">
                                          <p:val>
                                            <p:strVal val="#ppt_x"/>
                                          </p:val>
                                        </p:tav>
                                      </p:tavLst>
                                    </p:anim>
                                    <p:anim calcmode="lin" valueType="num">
                                      <p:cBhvr additive="base">
                                        <p:cTn id="95" dur="520" decel="100000" fill="hold"/>
                                        <p:tgtEl>
                                          <p:spTgt spid="25"/>
                                        </p:tgtEl>
                                        <p:attrNameLst>
                                          <p:attrName>ppt_y</p:attrName>
                                        </p:attrNameLst>
                                      </p:cBhvr>
                                      <p:tavLst>
                                        <p:tav tm="0">
                                          <p:val>
                                            <p:strVal val="#ppt_y+0.15"/>
                                          </p:val>
                                        </p:tav>
                                        <p:tav tm="100000">
                                          <p:val>
                                            <p:strVal val="#ppt_y"/>
                                          </p:val>
                                        </p:tav>
                                      </p:tavLst>
                                    </p:anim>
                                    <p:animEffect transition="in" filter="fade">
                                      <p:cBhvr>
                                        <p:cTn id="96" dur="520"/>
                                        <p:tgtEl>
                                          <p:spTgt spid="25"/>
                                        </p:tgtEl>
                                      </p:cBhvr>
                                    </p:animEffect>
                                  </p:childTnLst>
                                </p:cTn>
                              </p:par>
                              <p:par>
                                <p:cTn id="97" presetID="42" presetClass="entr" presetSubtype="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520" decel="100000" fill="hold"/>
                                        <p:tgtEl>
                                          <p:spTgt spid="26"/>
                                        </p:tgtEl>
                                        <p:attrNameLst>
                                          <p:attrName>ppt_x</p:attrName>
                                        </p:attrNameLst>
                                      </p:cBhvr>
                                      <p:tavLst>
                                        <p:tav tm="0">
                                          <p:val>
                                            <p:strVal val="#ppt_x"/>
                                          </p:val>
                                        </p:tav>
                                        <p:tav tm="100000">
                                          <p:val>
                                            <p:strVal val="#ppt_x"/>
                                          </p:val>
                                        </p:tav>
                                      </p:tavLst>
                                    </p:anim>
                                    <p:anim calcmode="lin" valueType="num">
                                      <p:cBhvr additive="base">
                                        <p:cTn id="100" dur="520" decel="100000" fill="hold"/>
                                        <p:tgtEl>
                                          <p:spTgt spid="26"/>
                                        </p:tgtEl>
                                        <p:attrNameLst>
                                          <p:attrName>ppt_y</p:attrName>
                                        </p:attrNameLst>
                                      </p:cBhvr>
                                      <p:tavLst>
                                        <p:tav tm="0">
                                          <p:val>
                                            <p:strVal val="#ppt_y+0.15"/>
                                          </p:val>
                                        </p:tav>
                                        <p:tav tm="100000">
                                          <p:val>
                                            <p:strVal val="#ppt_y"/>
                                          </p:val>
                                        </p:tav>
                                      </p:tavLst>
                                    </p:anim>
                                    <p:animEffect transition="in" filter="fade">
                                      <p:cBhvr>
                                        <p:cTn id="101" dur="520"/>
                                        <p:tgtEl>
                                          <p:spTgt spid="26"/>
                                        </p:tgtEl>
                                      </p:cBhvr>
                                    </p:animEffect>
                                  </p:childTnLst>
                                </p:cTn>
                              </p:par>
                            </p:childTnLst>
                          </p:cTn>
                        </p:par>
                        <p:par>
                          <p:cTn id="134" fill="hold">
                            <p:stCondLst>
                              <p:cond delay="2660"/>
                            </p:stCondLst>
                            <p:childTnLst>
                              <p:par>
                                <p:cTn id="102" presetID="42" presetClass="entr" presetSubtype="0" fill="hold" grpId="0" nodeType="afterEffect">
                                  <p:stCondLst>
                                    <p:cond delay="0"/>
                                  </p:stCondLst>
                                  <p:childTnLst>
                                    <p:set>
                                      <p:cBhvr>
                                        <p:cTn id="103" dur="1" fill="hold">
                                          <p:stCondLst>
                                            <p:cond delay="0"/>
                                          </p:stCondLst>
                                        </p:cTn>
                                        <p:tgtEl>
                                          <p:spTgt spid="27"/>
                                        </p:tgtEl>
                                        <p:attrNameLst>
                                          <p:attrName>style.visibility</p:attrName>
                                        </p:attrNameLst>
                                      </p:cBhvr>
                                      <p:to>
                                        <p:strVal val="visible"/>
                                      </p:to>
                                    </p:set>
                                    <p:anim calcmode="lin" valueType="num">
                                      <p:cBhvr additive="base">
                                        <p:cTn id="104" dur="520" decel="100000" fill="hold"/>
                                        <p:tgtEl>
                                          <p:spTgt spid="27"/>
                                        </p:tgtEl>
                                        <p:attrNameLst>
                                          <p:attrName>ppt_x</p:attrName>
                                        </p:attrNameLst>
                                      </p:cBhvr>
                                      <p:tavLst>
                                        <p:tav tm="0">
                                          <p:val>
                                            <p:strVal val="#ppt_x"/>
                                          </p:val>
                                        </p:tav>
                                        <p:tav tm="100000">
                                          <p:val>
                                            <p:strVal val="#ppt_x"/>
                                          </p:val>
                                        </p:tav>
                                      </p:tavLst>
                                    </p:anim>
                                    <p:anim calcmode="lin" valueType="num">
                                      <p:cBhvr additive="base">
                                        <p:cTn id="105" dur="520" decel="100000" fill="hold"/>
                                        <p:tgtEl>
                                          <p:spTgt spid="27"/>
                                        </p:tgtEl>
                                        <p:attrNameLst>
                                          <p:attrName>ppt_y</p:attrName>
                                        </p:attrNameLst>
                                      </p:cBhvr>
                                      <p:tavLst>
                                        <p:tav tm="0">
                                          <p:val>
                                            <p:strVal val="#ppt_y+0.15"/>
                                          </p:val>
                                        </p:tav>
                                        <p:tav tm="100000">
                                          <p:val>
                                            <p:strVal val="#ppt_y"/>
                                          </p:val>
                                        </p:tav>
                                      </p:tavLst>
                                    </p:anim>
                                    <p:animEffect transition="in" filter="fade">
                                      <p:cBhvr>
                                        <p:cTn id="106" dur="520"/>
                                        <p:tgtEl>
                                          <p:spTgt spid="27"/>
                                        </p:tgtEl>
                                      </p:cBhvr>
                                    </p:animEffect>
                                  </p:childTnLst>
                                </p:cTn>
                              </p:par>
                              <p:par>
                                <p:cTn id="107" presetID="42"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anim calcmode="lin" valueType="num">
                                      <p:cBhvr additive="base">
                                        <p:cTn id="109" dur="520" decel="100000" fill="hold"/>
                                        <p:tgtEl>
                                          <p:spTgt spid="28"/>
                                        </p:tgtEl>
                                        <p:attrNameLst>
                                          <p:attrName>ppt_x</p:attrName>
                                        </p:attrNameLst>
                                      </p:cBhvr>
                                      <p:tavLst>
                                        <p:tav tm="0">
                                          <p:val>
                                            <p:strVal val="#ppt_x"/>
                                          </p:val>
                                        </p:tav>
                                        <p:tav tm="100000">
                                          <p:val>
                                            <p:strVal val="#ppt_x"/>
                                          </p:val>
                                        </p:tav>
                                      </p:tavLst>
                                    </p:anim>
                                    <p:anim calcmode="lin" valueType="num">
                                      <p:cBhvr additive="base">
                                        <p:cTn id="110" dur="520" decel="100000" fill="hold"/>
                                        <p:tgtEl>
                                          <p:spTgt spid="28"/>
                                        </p:tgtEl>
                                        <p:attrNameLst>
                                          <p:attrName>ppt_y</p:attrName>
                                        </p:attrNameLst>
                                      </p:cBhvr>
                                      <p:tavLst>
                                        <p:tav tm="0">
                                          <p:val>
                                            <p:strVal val="#ppt_y+0.15"/>
                                          </p:val>
                                        </p:tav>
                                        <p:tav tm="100000">
                                          <p:val>
                                            <p:strVal val="#ppt_y"/>
                                          </p:val>
                                        </p:tav>
                                      </p:tavLst>
                                    </p:anim>
                                    <p:animEffect transition="in" filter="fade">
                                      <p:cBhvr>
                                        <p:cTn id="111" dur="520"/>
                                        <p:tgtEl>
                                          <p:spTgt spid="28"/>
                                        </p:tgtEl>
                                      </p:cBhvr>
                                    </p:animEffect>
                                  </p:childTnLst>
                                </p:cTn>
                              </p:par>
                              <p:par>
                                <p:cTn id="112" presetID="42" presetClass="entr" presetSubtype="0" fill="hold" grpId="0" nodeType="withEffect">
                                  <p:stCondLst>
                                    <p:cond delay="0"/>
                                  </p:stCondLst>
                                  <p:childTnLst>
                                    <p:set>
                                      <p:cBhvr>
                                        <p:cTn id="113" dur="1" fill="hold">
                                          <p:stCondLst>
                                            <p:cond delay="0"/>
                                          </p:stCondLst>
                                        </p:cTn>
                                        <p:tgtEl>
                                          <p:spTgt spid="29"/>
                                        </p:tgtEl>
                                        <p:attrNameLst>
                                          <p:attrName>style.visibility</p:attrName>
                                        </p:attrNameLst>
                                      </p:cBhvr>
                                      <p:to>
                                        <p:strVal val="visible"/>
                                      </p:to>
                                    </p:set>
                                    <p:anim calcmode="lin" valueType="num">
                                      <p:cBhvr additive="base">
                                        <p:cTn id="114" dur="520" decel="100000" fill="hold"/>
                                        <p:tgtEl>
                                          <p:spTgt spid="29"/>
                                        </p:tgtEl>
                                        <p:attrNameLst>
                                          <p:attrName>ppt_x</p:attrName>
                                        </p:attrNameLst>
                                      </p:cBhvr>
                                      <p:tavLst>
                                        <p:tav tm="0">
                                          <p:val>
                                            <p:strVal val="#ppt_x"/>
                                          </p:val>
                                        </p:tav>
                                        <p:tav tm="100000">
                                          <p:val>
                                            <p:strVal val="#ppt_x"/>
                                          </p:val>
                                        </p:tav>
                                      </p:tavLst>
                                    </p:anim>
                                    <p:anim calcmode="lin" valueType="num">
                                      <p:cBhvr additive="base">
                                        <p:cTn id="115" dur="520" decel="100000" fill="hold"/>
                                        <p:tgtEl>
                                          <p:spTgt spid="29"/>
                                        </p:tgtEl>
                                        <p:attrNameLst>
                                          <p:attrName>ppt_y</p:attrName>
                                        </p:attrNameLst>
                                      </p:cBhvr>
                                      <p:tavLst>
                                        <p:tav tm="0">
                                          <p:val>
                                            <p:strVal val="#ppt_y+0.15"/>
                                          </p:val>
                                        </p:tav>
                                        <p:tav tm="100000">
                                          <p:val>
                                            <p:strVal val="#ppt_y"/>
                                          </p:val>
                                        </p:tav>
                                      </p:tavLst>
                                    </p:anim>
                                    <p:animEffect transition="in" filter="fade">
                                      <p:cBhvr>
                                        <p:cTn id="116" dur="520"/>
                                        <p:tgtEl>
                                          <p:spTgt spid="29"/>
                                        </p:tgtEl>
                                      </p:cBhvr>
                                    </p:animEffect>
                                  </p:childTnLst>
                                </p:cTn>
                              </p:par>
                              <p:par>
                                <p:cTn id="117" presetID="42" presetClass="entr" presetSubtype="0" fill="hold" grpId="0" nodeType="withEffect">
                                  <p:stCondLst>
                                    <p:cond delay="0"/>
                                  </p:stCondLst>
                                  <p:childTnLst>
                                    <p:set>
                                      <p:cBhvr>
                                        <p:cTn id="118" dur="1" fill="hold">
                                          <p:stCondLst>
                                            <p:cond delay="0"/>
                                          </p:stCondLst>
                                        </p:cTn>
                                        <p:tgtEl>
                                          <p:spTgt spid="30"/>
                                        </p:tgtEl>
                                        <p:attrNameLst>
                                          <p:attrName>style.visibility</p:attrName>
                                        </p:attrNameLst>
                                      </p:cBhvr>
                                      <p:to>
                                        <p:strVal val="visible"/>
                                      </p:to>
                                    </p:set>
                                    <p:anim calcmode="lin" valueType="num">
                                      <p:cBhvr additive="base">
                                        <p:cTn id="119" dur="520" decel="100000" fill="hold"/>
                                        <p:tgtEl>
                                          <p:spTgt spid="30"/>
                                        </p:tgtEl>
                                        <p:attrNameLst>
                                          <p:attrName>ppt_x</p:attrName>
                                        </p:attrNameLst>
                                      </p:cBhvr>
                                      <p:tavLst>
                                        <p:tav tm="0">
                                          <p:val>
                                            <p:strVal val="#ppt_x"/>
                                          </p:val>
                                        </p:tav>
                                        <p:tav tm="100000">
                                          <p:val>
                                            <p:strVal val="#ppt_x"/>
                                          </p:val>
                                        </p:tav>
                                      </p:tavLst>
                                    </p:anim>
                                    <p:anim calcmode="lin" valueType="num">
                                      <p:cBhvr additive="base">
                                        <p:cTn id="120" dur="520" decel="100000" fill="hold"/>
                                        <p:tgtEl>
                                          <p:spTgt spid="30"/>
                                        </p:tgtEl>
                                        <p:attrNameLst>
                                          <p:attrName>ppt_y</p:attrName>
                                        </p:attrNameLst>
                                      </p:cBhvr>
                                      <p:tavLst>
                                        <p:tav tm="0">
                                          <p:val>
                                            <p:strVal val="#ppt_y+0.15"/>
                                          </p:val>
                                        </p:tav>
                                        <p:tav tm="100000">
                                          <p:val>
                                            <p:strVal val="#ppt_y"/>
                                          </p:val>
                                        </p:tav>
                                      </p:tavLst>
                                    </p:anim>
                                    <p:animEffect transition="in" filter="fade">
                                      <p:cBhvr>
                                        <p:cTn id="121" dur="520"/>
                                        <p:tgtEl>
                                          <p:spTgt spid="30"/>
                                        </p:tgtEl>
                                      </p:cBhvr>
                                    </p:animEffect>
                                  </p:childTnLst>
                                </p:cTn>
                              </p:par>
                              <p:par>
                                <p:cTn id="122" presetID="42" presetClass="entr" presetSubtype="0" fill="hold" grpId="0" nodeType="withEffect">
                                  <p:stCondLst>
                                    <p:cond delay="0"/>
                                  </p:stCondLst>
                                  <p:childTnLst>
                                    <p:set>
                                      <p:cBhvr>
                                        <p:cTn id="123" dur="1" fill="hold">
                                          <p:stCondLst>
                                            <p:cond delay="0"/>
                                          </p:stCondLst>
                                        </p:cTn>
                                        <p:tgtEl>
                                          <p:spTgt spid="31"/>
                                        </p:tgtEl>
                                        <p:attrNameLst>
                                          <p:attrName>style.visibility</p:attrName>
                                        </p:attrNameLst>
                                      </p:cBhvr>
                                      <p:to>
                                        <p:strVal val="visible"/>
                                      </p:to>
                                    </p:set>
                                    <p:anim calcmode="lin" valueType="num">
                                      <p:cBhvr additive="base">
                                        <p:cTn id="124" dur="520" decel="100000" fill="hold"/>
                                        <p:tgtEl>
                                          <p:spTgt spid="31"/>
                                        </p:tgtEl>
                                        <p:attrNameLst>
                                          <p:attrName>ppt_x</p:attrName>
                                        </p:attrNameLst>
                                      </p:cBhvr>
                                      <p:tavLst>
                                        <p:tav tm="0">
                                          <p:val>
                                            <p:strVal val="#ppt_x"/>
                                          </p:val>
                                        </p:tav>
                                        <p:tav tm="100000">
                                          <p:val>
                                            <p:strVal val="#ppt_x"/>
                                          </p:val>
                                        </p:tav>
                                      </p:tavLst>
                                    </p:anim>
                                    <p:anim calcmode="lin" valueType="num">
                                      <p:cBhvr additive="base">
                                        <p:cTn id="125" dur="520" decel="100000" fill="hold"/>
                                        <p:tgtEl>
                                          <p:spTgt spid="31"/>
                                        </p:tgtEl>
                                        <p:attrNameLst>
                                          <p:attrName>ppt_y</p:attrName>
                                        </p:attrNameLst>
                                      </p:cBhvr>
                                      <p:tavLst>
                                        <p:tav tm="0">
                                          <p:val>
                                            <p:strVal val="#ppt_y+0.15"/>
                                          </p:val>
                                        </p:tav>
                                        <p:tav tm="100000">
                                          <p:val>
                                            <p:strVal val="#ppt_y"/>
                                          </p:val>
                                        </p:tav>
                                      </p:tavLst>
                                    </p:anim>
                                    <p:animEffect transition="in" filter="fade">
                                      <p:cBhvr>
                                        <p:cTn id="126" dur="52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P spid="30" grpId="0" animBg="1"/>
      <p:bldP spid="3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77240"/>
          </a:xfrm>
          <a:prstGeom prst="rect">
            <a:avLst/>
          </a:prstGeom>
          <a:noFill/>
          <a:ln/>
        </p:spPr>
        <p:txBody>
          <a:bodyPr wrap="square" lIns="0" tIns="0" rIns="0" bIns="0" rtlCol="0" anchor="ctr"/>
          <a:lstStyle/>
          <a:p>
            <a:pPr algn="l" indent="0" marL="0">
              <a:buNone/>
            </a:pPr>
            <a:r>
              <a:rPr lang="en-US" sz="3600" b="1" dirty="0">
                <a:solidFill>
                  <a:schemeClr val="tx1"/>
                </a:solidFill>
              </a:rPr>
              <a:t>Explore first, verify before contact</a:t>
            </a:r>
            <a:endParaRPr lang="en-US" sz="3600" dirty="0"/>
          </a:p>
        </p:txBody>
      </p:sp>
      <p:sp>
        <p:nvSpPr>
          <p:cNvPr id="3" name="a01z_c0"/>
          <p:cNvSpPr/>
          <p:nvPr/>
        </p:nvSpPr>
        <p:spPr>
          <a:xfrm>
            <a:off x="868680" y="1737360"/>
            <a:ext cx="1188720" cy="1188720"/>
          </a:xfrm>
          <a:prstGeom prst="ellipse">
            <a:avLst/>
          </a:prstGeom>
          <a:solidFill>
            <a:schemeClr val="accent2"/>
          </a:solidFill>
          <a:ln/>
        </p:spPr>
      </p:sp>
      <p:sp>
        <p:nvSpPr>
          <p:cNvPr id="4" name="a01z_c0_n"/>
          <p:cNvSpPr txBox="1"/>
          <p:nvPr/>
        </p:nvSpPr>
        <p:spPr>
          <a:xfrm>
            <a:off x="868680" y="1737360"/>
            <a:ext cx="1188720" cy="1188720"/>
          </a:xfrm>
          <a:prstGeom prst="rect">
            <a:avLst/>
          </a:prstGeom>
          <a:noFill/>
          <a:ln/>
        </p:spPr>
        <p:txBody>
          <a:bodyPr wrap="square" lIns="0" tIns="0" rIns="0" bIns="0" rtlCol="0" anchor="ctr"/>
          <a:lstStyle/>
          <a:p>
            <a:pPr algn="ctr" indent="0" marL="0">
              <a:buNone/>
            </a:pPr>
            <a:r>
              <a:rPr lang="en-US" sz="3600" b="1" dirty="0">
                <a:solidFill>
                  <a:schemeClr val="bg1"/>
                </a:solidFill>
              </a:rPr>
              <a:t>1</a:t>
            </a:r>
            <a:endParaRPr lang="en-US" sz="3600" dirty="0"/>
          </a:p>
        </p:txBody>
      </p:sp>
      <p:sp>
        <p:nvSpPr>
          <p:cNvPr id="5" name="a01z_cl0"/>
          <p:cNvSpPr txBox="1"/>
          <p:nvPr/>
        </p:nvSpPr>
        <p:spPr>
          <a:xfrm>
            <a:off x="182880" y="306324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Profile details</a:t>
            </a:r>
            <a:endParaRPr lang="en-US" sz="1800" dirty="0"/>
          </a:p>
        </p:txBody>
      </p:sp>
      <p:sp>
        <p:nvSpPr>
          <p:cNvPr id="6" name="a01z_cs0"/>
          <p:cNvSpPr txBox="1"/>
          <p:nvPr/>
        </p:nvSpPr>
        <p:spPr>
          <a:xfrm>
            <a:off x="182880" y="3429000"/>
            <a:ext cx="2560320" cy="320040"/>
          </a:xfrm>
          <a:prstGeom prst="rect">
            <a:avLst/>
          </a:prstGeom>
          <a:noFill/>
          <a:ln/>
        </p:spPr>
        <p:txBody>
          <a:bodyPr wrap="square" lIns="0" tIns="0" rIns="0" bIns="0" rtlCol="0" anchor="t"/>
          <a:lstStyle/>
          <a:p>
            <a:pPr algn="ctr" indent="0" marL="0">
              <a:buNone/>
            </a:pPr>
            <a:r>
              <a:rPr lang="en-US" sz="1400" dirty="0">
                <a:solidFill>
                  <a:schemeClr val="tx2"/>
                </a:solidFill>
              </a:rPr>
              <a:t>Always open</a:t>
            </a:r>
            <a:endParaRPr lang="en-US" sz="1400" dirty="0"/>
          </a:p>
        </p:txBody>
      </p:sp>
      <p:sp>
        <p:nvSpPr>
          <p:cNvPr id="7" name="a02w_ln0"/>
          <p:cNvSpPr/>
          <p:nvPr/>
        </p:nvSpPr>
        <p:spPr>
          <a:xfrm>
            <a:off x="2130552" y="2331720"/>
            <a:ext cx="1728216" cy="0"/>
          </a:xfrm>
          <a:prstGeom prst="line">
            <a:avLst/>
          </a:prstGeom>
          <a:noFill/>
          <a:ln w="38100">
            <a:solidFill>
              <a:srgbClr val="8E9BB5"/>
            </a:solidFill>
            <a:prstDash val="solid"/>
          </a:ln>
        </p:spPr>
      </p:sp>
      <p:sp>
        <p:nvSpPr>
          <p:cNvPr id="8" name="a02z_gate0"/>
          <p:cNvSpPr/>
          <p:nvPr/>
        </p:nvSpPr>
        <p:spPr>
          <a:xfrm>
            <a:off x="2802636" y="2139696"/>
            <a:ext cx="384048" cy="384048"/>
          </a:xfrm>
          <a:prstGeom prst="diamond">
            <a:avLst/>
          </a:prstGeom>
          <a:solidFill>
            <a:srgbClr val="C5CEDF"/>
          </a:solidFill>
          <a:ln w="19050">
            <a:solidFill>
              <a:srgbClr val="6B7A99"/>
            </a:solidFill>
            <a:prstDash val="solid"/>
          </a:ln>
        </p:spPr>
      </p:sp>
      <p:sp>
        <p:nvSpPr>
          <p:cNvPr id="9" name="a02z_gatel0"/>
          <p:cNvSpPr txBox="1"/>
          <p:nvPr/>
        </p:nvSpPr>
        <p:spPr>
          <a:xfrm>
            <a:off x="1988820" y="1280160"/>
            <a:ext cx="2011680" cy="365760"/>
          </a:xfrm>
          <a:prstGeom prst="rect">
            <a:avLst/>
          </a:prstGeom>
          <a:noFill/>
          <a:ln/>
        </p:spPr>
        <p:txBody>
          <a:bodyPr wrap="square" lIns="0" tIns="0" rIns="0" bIns="0" rtlCol="0" anchor="b"/>
          <a:lstStyle/>
          <a:p>
            <a:pPr algn="ctr" indent="0" marL="0">
              <a:buNone/>
            </a:pPr>
            <a:r>
              <a:rPr lang="en-US" sz="1400" dirty="0">
                <a:solidFill>
                  <a:schemeClr val="tx2"/>
                </a:solidFill>
              </a:rPr>
              <a:t>profile saved</a:t>
            </a:r>
            <a:endParaRPr lang="en-US" sz="1400" dirty="0"/>
          </a:p>
        </p:txBody>
      </p:sp>
      <p:sp>
        <p:nvSpPr>
          <p:cNvPr id="10" name="a03z_c1"/>
          <p:cNvSpPr/>
          <p:nvPr/>
        </p:nvSpPr>
        <p:spPr>
          <a:xfrm>
            <a:off x="3931920" y="1737360"/>
            <a:ext cx="1188720" cy="1188720"/>
          </a:xfrm>
          <a:prstGeom prst="ellipse">
            <a:avLst/>
          </a:prstGeom>
          <a:solidFill>
            <a:schemeClr val="accent1"/>
          </a:solidFill>
          <a:ln/>
        </p:spPr>
      </p:sp>
      <p:sp>
        <p:nvSpPr>
          <p:cNvPr id="11" name="a03z_c1_n"/>
          <p:cNvSpPr txBox="1"/>
          <p:nvPr/>
        </p:nvSpPr>
        <p:spPr>
          <a:xfrm>
            <a:off x="3931920" y="1737360"/>
            <a:ext cx="1188720" cy="1188720"/>
          </a:xfrm>
          <a:prstGeom prst="rect">
            <a:avLst/>
          </a:prstGeom>
          <a:noFill/>
          <a:ln/>
        </p:spPr>
        <p:txBody>
          <a:bodyPr wrap="square" lIns="0" tIns="0" rIns="0" bIns="0" rtlCol="0" anchor="ctr"/>
          <a:lstStyle/>
          <a:p>
            <a:pPr algn="ctr" indent="0" marL="0">
              <a:buNone/>
            </a:pPr>
            <a:r>
              <a:rPr lang="en-US" sz="3600" b="1" dirty="0">
                <a:solidFill>
                  <a:schemeClr val="bg1"/>
                </a:solidFill>
              </a:rPr>
              <a:t>2</a:t>
            </a:r>
            <a:endParaRPr lang="en-US" sz="3600" dirty="0"/>
          </a:p>
        </p:txBody>
      </p:sp>
      <p:sp>
        <p:nvSpPr>
          <p:cNvPr id="12" name="a03z_cl1"/>
          <p:cNvSpPr txBox="1"/>
          <p:nvPr/>
        </p:nvSpPr>
        <p:spPr>
          <a:xfrm>
            <a:off x="3246120" y="306324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Explore dashboard</a:t>
            </a:r>
            <a:endParaRPr lang="en-US" sz="1800" dirty="0"/>
          </a:p>
        </p:txBody>
      </p:sp>
      <p:sp>
        <p:nvSpPr>
          <p:cNvPr id="13" name="a03z_cs1"/>
          <p:cNvSpPr txBox="1"/>
          <p:nvPr/>
        </p:nvSpPr>
        <p:spPr>
          <a:xfrm>
            <a:off x="3246120" y="3429000"/>
            <a:ext cx="2560320" cy="320040"/>
          </a:xfrm>
          <a:prstGeom prst="rect">
            <a:avLst/>
          </a:prstGeom>
          <a:noFill/>
          <a:ln/>
        </p:spPr>
        <p:txBody>
          <a:bodyPr wrap="square" lIns="0" tIns="0" rIns="0" bIns="0" rtlCol="0" anchor="t"/>
          <a:lstStyle/>
          <a:p>
            <a:pPr algn="ctr" indent="0" marL="0">
              <a:buNone/>
            </a:pPr>
            <a:r>
              <a:rPr lang="en-US" sz="1400" dirty="0">
                <a:solidFill>
                  <a:schemeClr val="tx2"/>
                </a:solidFill>
              </a:rPr>
              <a:t>Open right after profile</a:t>
            </a:r>
            <a:endParaRPr lang="en-US" sz="1400" dirty="0"/>
          </a:p>
        </p:txBody>
      </p:sp>
      <p:sp>
        <p:nvSpPr>
          <p:cNvPr id="14" name="a04w_ln1"/>
          <p:cNvSpPr/>
          <p:nvPr/>
        </p:nvSpPr>
        <p:spPr>
          <a:xfrm>
            <a:off x="5193792" y="2331720"/>
            <a:ext cx="1728216" cy="0"/>
          </a:xfrm>
          <a:prstGeom prst="line">
            <a:avLst/>
          </a:prstGeom>
          <a:noFill/>
          <a:ln w="38100">
            <a:solidFill>
              <a:srgbClr val="8E9BB5"/>
            </a:solidFill>
            <a:prstDash val="solid"/>
          </a:ln>
        </p:spPr>
      </p:sp>
      <p:sp>
        <p:nvSpPr>
          <p:cNvPr id="15" name="a04z_gate1"/>
          <p:cNvSpPr/>
          <p:nvPr/>
        </p:nvSpPr>
        <p:spPr>
          <a:xfrm>
            <a:off x="5783580" y="2057400"/>
            <a:ext cx="548640" cy="548640"/>
          </a:xfrm>
          <a:prstGeom prst="diamond">
            <a:avLst/>
          </a:prstGeom>
          <a:solidFill>
            <a:schemeClr val="accent3"/>
          </a:solidFill>
          <a:ln w="19050">
            <a:solidFill>
              <a:srgbClr val="D99400"/>
            </a:solidFill>
            <a:prstDash val="solid"/>
          </a:ln>
        </p:spPr>
      </p:sp>
      <p:sp>
        <p:nvSpPr>
          <p:cNvPr id="16" name="a04z_gatel1"/>
          <p:cNvSpPr txBox="1"/>
          <p:nvPr/>
        </p:nvSpPr>
        <p:spPr>
          <a:xfrm>
            <a:off x="5052060" y="1280160"/>
            <a:ext cx="2011680" cy="365760"/>
          </a:xfrm>
          <a:prstGeom prst="rect">
            <a:avLst/>
          </a:prstGeom>
          <a:noFill/>
          <a:ln/>
        </p:spPr>
        <p:txBody>
          <a:bodyPr wrap="square" lIns="0" tIns="0" rIns="0" bIns="0" rtlCol="0" anchor="b"/>
          <a:lstStyle/>
          <a:p>
            <a:pPr algn="ctr" indent="0" marL="0">
              <a:buNone/>
            </a:pPr>
            <a:r>
              <a:rPr lang="en-US" sz="1600" b="1" dirty="0">
                <a:solidFill>
                  <a:schemeClr val="tx1"/>
                </a:solidFill>
              </a:rPr>
              <a:t>Checkr = Clear</a:t>
            </a:r>
            <a:endParaRPr lang="en-US" sz="1600" dirty="0"/>
          </a:p>
        </p:txBody>
      </p:sp>
      <p:sp>
        <p:nvSpPr>
          <p:cNvPr id="17" name="a05z_c2"/>
          <p:cNvSpPr/>
          <p:nvPr/>
        </p:nvSpPr>
        <p:spPr>
          <a:xfrm>
            <a:off x="6995160" y="1737360"/>
            <a:ext cx="1188720" cy="1188720"/>
          </a:xfrm>
          <a:prstGeom prst="ellipse">
            <a:avLst/>
          </a:prstGeom>
          <a:solidFill>
            <a:schemeClr val="accent3"/>
          </a:solidFill>
          <a:ln/>
        </p:spPr>
      </p:sp>
      <p:sp>
        <p:nvSpPr>
          <p:cNvPr id="18" name="a05z_c2_n"/>
          <p:cNvSpPr txBox="1"/>
          <p:nvPr/>
        </p:nvSpPr>
        <p:spPr>
          <a:xfrm>
            <a:off x="6995160" y="1737360"/>
            <a:ext cx="1188720" cy="1188720"/>
          </a:xfrm>
          <a:prstGeom prst="rect">
            <a:avLst/>
          </a:prstGeom>
          <a:noFill/>
          <a:ln/>
        </p:spPr>
        <p:txBody>
          <a:bodyPr wrap="square" lIns="0" tIns="0" rIns="0" bIns="0" rtlCol="0" anchor="ctr"/>
          <a:lstStyle/>
          <a:p>
            <a:pPr algn="ctr" indent="0" marL="0">
              <a:buNone/>
            </a:pPr>
            <a:r>
              <a:rPr lang="en-US" sz="3600" b="1" dirty="0">
                <a:solidFill>
                  <a:schemeClr val="tx1"/>
                </a:solidFill>
              </a:rPr>
              <a:t>3</a:t>
            </a:r>
            <a:endParaRPr lang="en-US" sz="3600" dirty="0"/>
          </a:p>
        </p:txBody>
      </p:sp>
      <p:sp>
        <p:nvSpPr>
          <p:cNvPr id="19" name="a05z_cl2"/>
          <p:cNvSpPr txBox="1"/>
          <p:nvPr/>
        </p:nvSpPr>
        <p:spPr>
          <a:xfrm>
            <a:off x="6309360" y="306324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Choose plan</a:t>
            </a:r>
            <a:endParaRPr lang="en-US" sz="1800" dirty="0"/>
          </a:p>
        </p:txBody>
      </p:sp>
      <p:sp>
        <p:nvSpPr>
          <p:cNvPr id="20" name="a05z_cs2"/>
          <p:cNvSpPr txBox="1"/>
          <p:nvPr/>
        </p:nvSpPr>
        <p:spPr>
          <a:xfrm>
            <a:off x="6309360" y="3429000"/>
            <a:ext cx="2560320" cy="320040"/>
          </a:xfrm>
          <a:prstGeom prst="rect">
            <a:avLst/>
          </a:prstGeom>
          <a:noFill/>
          <a:ln/>
        </p:spPr>
        <p:txBody>
          <a:bodyPr wrap="square" lIns="0" tIns="0" rIns="0" bIns="0" rtlCol="0" anchor="t"/>
          <a:lstStyle/>
          <a:p>
            <a:pPr algn="ctr" indent="0" marL="0">
              <a:buNone/>
            </a:pPr>
            <a:r>
              <a:rPr lang="en-US" sz="1400" dirty="0">
                <a:solidFill>
                  <a:schemeClr val="tx2"/>
                </a:solidFill>
              </a:rPr>
              <a:t>Locked until Clear</a:t>
            </a:r>
            <a:endParaRPr lang="en-US" sz="1400" dirty="0"/>
          </a:p>
        </p:txBody>
      </p:sp>
      <p:sp>
        <p:nvSpPr>
          <p:cNvPr id="21" name="a06w_ln2"/>
          <p:cNvSpPr/>
          <p:nvPr/>
        </p:nvSpPr>
        <p:spPr>
          <a:xfrm>
            <a:off x="8257032" y="2331720"/>
            <a:ext cx="1728216" cy="0"/>
          </a:xfrm>
          <a:prstGeom prst="line">
            <a:avLst/>
          </a:prstGeom>
          <a:noFill/>
          <a:ln w="38100">
            <a:solidFill>
              <a:srgbClr val="8E9BB5"/>
            </a:solidFill>
            <a:prstDash val="solid"/>
          </a:ln>
        </p:spPr>
      </p:sp>
      <p:sp>
        <p:nvSpPr>
          <p:cNvPr id="22" name="a06z_gate2"/>
          <p:cNvSpPr/>
          <p:nvPr/>
        </p:nvSpPr>
        <p:spPr>
          <a:xfrm>
            <a:off x="8929116" y="2139696"/>
            <a:ext cx="384048" cy="384048"/>
          </a:xfrm>
          <a:prstGeom prst="diamond">
            <a:avLst/>
          </a:prstGeom>
          <a:solidFill>
            <a:srgbClr val="C5CEDF"/>
          </a:solidFill>
          <a:ln w="19050">
            <a:solidFill>
              <a:srgbClr val="6B7A99"/>
            </a:solidFill>
            <a:prstDash val="solid"/>
          </a:ln>
        </p:spPr>
      </p:sp>
      <p:sp>
        <p:nvSpPr>
          <p:cNvPr id="23" name="a06z_gatel2"/>
          <p:cNvSpPr txBox="1"/>
          <p:nvPr/>
        </p:nvSpPr>
        <p:spPr>
          <a:xfrm>
            <a:off x="8115300" y="1280160"/>
            <a:ext cx="2011680" cy="365760"/>
          </a:xfrm>
          <a:prstGeom prst="rect">
            <a:avLst/>
          </a:prstGeom>
          <a:noFill/>
          <a:ln/>
        </p:spPr>
        <p:txBody>
          <a:bodyPr wrap="square" lIns="0" tIns="0" rIns="0" bIns="0" rtlCol="0" anchor="b"/>
          <a:lstStyle/>
          <a:p>
            <a:pPr algn="ctr" indent="0" marL="0">
              <a:buNone/>
            </a:pPr>
            <a:r>
              <a:rPr lang="en-US" sz="1400" dirty="0">
                <a:solidFill>
                  <a:schemeClr val="tx2"/>
                </a:solidFill>
              </a:rPr>
              <a:t>plan active</a:t>
            </a:r>
            <a:endParaRPr lang="en-US" sz="1400" dirty="0"/>
          </a:p>
        </p:txBody>
      </p:sp>
      <p:sp>
        <p:nvSpPr>
          <p:cNvPr id="24" name="a07z_c3"/>
          <p:cNvSpPr/>
          <p:nvPr/>
        </p:nvSpPr>
        <p:spPr>
          <a:xfrm>
            <a:off x="10058400" y="1737360"/>
            <a:ext cx="1188720" cy="1188720"/>
          </a:xfrm>
          <a:prstGeom prst="ellipse">
            <a:avLst/>
          </a:prstGeom>
          <a:solidFill>
            <a:schemeClr val="accent5"/>
          </a:solidFill>
          <a:ln/>
        </p:spPr>
      </p:sp>
      <p:sp>
        <p:nvSpPr>
          <p:cNvPr id="25" name="a07z_c3_n"/>
          <p:cNvSpPr txBox="1"/>
          <p:nvPr/>
        </p:nvSpPr>
        <p:spPr>
          <a:xfrm>
            <a:off x="10058400" y="1737360"/>
            <a:ext cx="1188720" cy="1188720"/>
          </a:xfrm>
          <a:prstGeom prst="rect">
            <a:avLst/>
          </a:prstGeom>
          <a:noFill/>
          <a:ln/>
        </p:spPr>
        <p:txBody>
          <a:bodyPr wrap="square" lIns="0" tIns="0" rIns="0" bIns="0" rtlCol="0" anchor="ctr"/>
          <a:lstStyle/>
          <a:p>
            <a:pPr algn="ctr" indent="0" marL="0">
              <a:buNone/>
            </a:pPr>
            <a:r>
              <a:rPr lang="en-US" sz="3600" b="1" dirty="0">
                <a:solidFill>
                  <a:schemeClr val="bg1"/>
                </a:solidFill>
              </a:rPr>
              <a:t>4</a:t>
            </a:r>
            <a:endParaRPr lang="en-US" sz="3600" dirty="0"/>
          </a:p>
        </p:txBody>
      </p:sp>
      <p:sp>
        <p:nvSpPr>
          <p:cNvPr id="26" name="a07z_cl3"/>
          <p:cNvSpPr txBox="1"/>
          <p:nvPr/>
        </p:nvSpPr>
        <p:spPr>
          <a:xfrm>
            <a:off x="9372600" y="306324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Start accepting jobs</a:t>
            </a:r>
            <a:endParaRPr lang="en-US" sz="1800" dirty="0"/>
          </a:p>
        </p:txBody>
      </p:sp>
      <p:sp>
        <p:nvSpPr>
          <p:cNvPr id="27" name="a07z_cs3"/>
          <p:cNvSpPr txBox="1"/>
          <p:nvPr/>
        </p:nvSpPr>
        <p:spPr>
          <a:xfrm>
            <a:off x="9372600" y="3429000"/>
            <a:ext cx="2560320" cy="320040"/>
          </a:xfrm>
          <a:prstGeom prst="rect">
            <a:avLst/>
          </a:prstGeom>
          <a:noFill/>
          <a:ln/>
        </p:spPr>
        <p:txBody>
          <a:bodyPr wrap="square" lIns="0" tIns="0" rIns="0" bIns="0" rtlCol="0" anchor="t"/>
          <a:lstStyle/>
          <a:p>
            <a:pPr algn="ctr" indent="0" marL="0">
              <a:buNone/>
            </a:pPr>
            <a:r>
              <a:rPr lang="en-US" sz="1400" dirty="0">
                <a:solidFill>
                  <a:schemeClr val="tx2"/>
                </a:solidFill>
              </a:rPr>
              <a:t>Locked until plan</a:t>
            </a:r>
            <a:endParaRPr lang="en-US" sz="1400" dirty="0"/>
          </a:p>
        </p:txBody>
      </p:sp>
      <p:sp>
        <p:nvSpPr>
          <p:cNvPr id="28" name="a04w_bgcheck"/>
          <p:cNvSpPr/>
          <p:nvPr/>
        </p:nvSpPr>
        <p:spPr>
          <a:xfrm>
            <a:off x="3246120" y="3840480"/>
            <a:ext cx="3063240" cy="384048"/>
          </a:xfrm>
          <a:prstGeom prst="roundRect">
            <a:avLst>
              <a:gd name="adj" fmla="val 50000"/>
            </a:avLst>
          </a:prstGeom>
          <a:solidFill>
            <a:schemeClr val="accent4"/>
          </a:solidFill>
          <a:ln/>
        </p:spPr>
      </p:sp>
      <p:sp>
        <p:nvSpPr>
          <p:cNvPr id="29" name="a04w_bgcheckt"/>
          <p:cNvSpPr txBox="1"/>
          <p:nvPr/>
        </p:nvSpPr>
        <p:spPr>
          <a:xfrm>
            <a:off x="3246120" y="3840480"/>
            <a:ext cx="3063240" cy="384048"/>
          </a:xfrm>
          <a:prstGeom prst="rect">
            <a:avLst/>
          </a:prstGeom>
          <a:noFill/>
          <a:ln/>
        </p:spPr>
        <p:txBody>
          <a:bodyPr wrap="square" lIns="0" tIns="0" rIns="0" bIns="0" rtlCol="0" anchor="ctr"/>
          <a:lstStyle/>
          <a:p>
            <a:pPr algn="ctr" indent="0" marL="0">
              <a:buNone/>
            </a:pPr>
            <a:r>
              <a:rPr lang="en-US" sz="1400" b="1" dirty="0">
                <a:solidFill>
                  <a:schemeClr val="bg1"/>
                </a:solidFill>
              </a:rPr>
              <a:t>Background check runs alongside</a:t>
            </a:r>
            <a:endParaRPr lang="en-US" sz="1400" dirty="0"/>
          </a:p>
        </p:txBody>
      </p:sp>
      <p:sp>
        <p:nvSpPr>
          <p:cNvPr id="30" name="a08u_goal0"/>
          <p:cNvSpPr/>
          <p:nvPr/>
        </p:nvSpPr>
        <p:spPr>
          <a:xfrm>
            <a:off x="457200" y="4480560"/>
            <a:ext cx="3566160" cy="1600200"/>
          </a:xfrm>
          <a:prstGeom prst="roundRect">
            <a:avLst>
              <a:gd name="adj" fmla="val 6857"/>
            </a:avLst>
          </a:prstGeom>
          <a:solidFill>
            <a:schemeClr val="accent1">
              <a:alpha val="28000"/>
            </a:schemeClr>
          </a:solidFill>
          <a:ln w="19050">
            <a:solidFill>
              <a:schemeClr val="accent1"/>
            </a:solidFill>
            <a:prstDash val="solid"/>
          </a:ln>
        </p:spPr>
      </p:sp>
      <p:sp>
        <p:nvSpPr>
          <p:cNvPr id="31" name="a08u_goalb0"/>
          <p:cNvSpPr/>
          <p:nvPr/>
        </p:nvSpPr>
        <p:spPr>
          <a:xfrm>
            <a:off x="731520" y="4709160"/>
            <a:ext cx="640080" cy="640080"/>
          </a:xfrm>
          <a:prstGeom prst="ellipse">
            <a:avLst/>
          </a:prstGeom>
          <a:solidFill>
            <a:schemeClr val="accent1"/>
          </a:solidFill>
          <a:ln/>
        </p:spPr>
      </p:sp>
      <p:pic>
        <p:nvPicPr>
          <p:cNvPr id="32" name="a08u_goalb0_i" descr="preencoded.png">    </p:cNvPr>
          <p:cNvPicPr>
            <a:picLocks noChangeAspect="1"/>
          </p:cNvPicPr>
          <p:nvPr/>
        </p:nvPicPr>
        <p:blipFill>
          <a:blip r:embed="rId1"/>
          <a:stretch>
            <a:fillRect/>
          </a:stretch>
        </p:blipFill>
        <p:spPr>
          <a:xfrm>
            <a:off x="897941" y="4875581"/>
            <a:ext cx="307238" cy="307238"/>
          </a:xfrm>
          <a:prstGeom prst="rect">
            <a:avLst/>
          </a:prstGeom>
        </p:spPr>
      </p:pic>
      <p:sp>
        <p:nvSpPr>
          <p:cNvPr id="33" name="a08u_goalh0"/>
          <p:cNvSpPr txBox="1"/>
          <p:nvPr/>
        </p:nvSpPr>
        <p:spPr>
          <a:xfrm>
            <a:off x="1508760" y="4709160"/>
            <a:ext cx="2377440" cy="640080"/>
          </a:xfrm>
          <a:prstGeom prst="rect">
            <a:avLst/>
          </a:prstGeom>
          <a:noFill/>
          <a:ln/>
        </p:spPr>
        <p:txBody>
          <a:bodyPr wrap="square" lIns="0" tIns="0" rIns="0" bIns="0" rtlCol="0" anchor="ctr"/>
          <a:lstStyle/>
          <a:p>
            <a:pPr algn="l" indent="0" marL="0">
              <a:buNone/>
            </a:pPr>
            <a:r>
              <a:rPr lang="en-US" sz="1800" b="1" dirty="0">
                <a:solidFill>
                  <a:schemeClr val="tx1"/>
                </a:solidFill>
              </a:rPr>
              <a:t>Show value before the check</a:t>
            </a:r>
            <a:endParaRPr lang="en-US" sz="1800" dirty="0"/>
          </a:p>
        </p:txBody>
      </p:sp>
      <p:sp>
        <p:nvSpPr>
          <p:cNvPr id="34" name="a08u_goald0"/>
          <p:cNvSpPr txBox="1"/>
          <p:nvPr/>
        </p:nvSpPr>
        <p:spPr>
          <a:xfrm>
            <a:off x="731520" y="5440680"/>
            <a:ext cx="3017520" cy="548640"/>
          </a:xfrm>
          <a:prstGeom prst="rect">
            <a:avLst/>
          </a:prstGeom>
          <a:noFill/>
          <a:ln/>
        </p:spPr>
        <p:txBody>
          <a:bodyPr wrap="square" lIns="0" tIns="0" rIns="0" bIns="0" rtlCol="0" anchor="t"/>
          <a:lstStyle/>
          <a:p>
            <a:pPr algn="l" indent="0" marL="0">
              <a:buNone/>
            </a:pPr>
            <a:r>
              <a:rPr lang="en-US" sz="1400" dirty="0">
                <a:solidFill>
                  <a:schemeClr val="tx2"/>
                </a:solidFill>
              </a:rPr>
              <a:t>Profile done? Explore the dashboard and real demand right away.</a:t>
            </a:r>
            <a:endParaRPr lang="en-US" sz="1400" dirty="0"/>
          </a:p>
        </p:txBody>
      </p:sp>
      <p:sp>
        <p:nvSpPr>
          <p:cNvPr id="35" name="a09u_goal1"/>
          <p:cNvSpPr/>
          <p:nvPr/>
        </p:nvSpPr>
        <p:spPr>
          <a:xfrm>
            <a:off x="4297680" y="4480560"/>
            <a:ext cx="3566160" cy="1600200"/>
          </a:xfrm>
          <a:prstGeom prst="roundRect">
            <a:avLst>
              <a:gd name="adj" fmla="val 6857"/>
            </a:avLst>
          </a:prstGeom>
          <a:solidFill>
            <a:schemeClr val="accent4">
              <a:alpha val="28000"/>
            </a:schemeClr>
          </a:solidFill>
          <a:ln w="19050">
            <a:solidFill>
              <a:schemeClr val="accent4"/>
            </a:solidFill>
            <a:prstDash val="solid"/>
          </a:ln>
        </p:spPr>
      </p:sp>
      <p:sp>
        <p:nvSpPr>
          <p:cNvPr id="36" name="a09u_goalb1"/>
          <p:cNvSpPr/>
          <p:nvPr/>
        </p:nvSpPr>
        <p:spPr>
          <a:xfrm>
            <a:off x="4572000" y="4709160"/>
            <a:ext cx="640080" cy="640080"/>
          </a:xfrm>
          <a:prstGeom prst="ellipse">
            <a:avLst/>
          </a:prstGeom>
          <a:solidFill>
            <a:schemeClr val="accent4"/>
          </a:solidFill>
          <a:ln/>
        </p:spPr>
      </p:sp>
      <p:pic>
        <p:nvPicPr>
          <p:cNvPr id="37" name="a09u_goalb1_i" descr="preencoded.png">    </p:cNvPr>
          <p:cNvPicPr>
            <a:picLocks noChangeAspect="1"/>
          </p:cNvPicPr>
          <p:nvPr/>
        </p:nvPicPr>
        <p:blipFill>
          <a:blip r:embed="rId2"/>
          <a:stretch>
            <a:fillRect/>
          </a:stretch>
        </p:blipFill>
        <p:spPr>
          <a:xfrm>
            <a:off x="4738421" y="4875581"/>
            <a:ext cx="307238" cy="307238"/>
          </a:xfrm>
          <a:prstGeom prst="rect">
            <a:avLst/>
          </a:prstGeom>
        </p:spPr>
      </p:pic>
      <p:sp>
        <p:nvSpPr>
          <p:cNvPr id="38" name="a09u_goalh1"/>
          <p:cNvSpPr txBox="1"/>
          <p:nvPr/>
        </p:nvSpPr>
        <p:spPr>
          <a:xfrm>
            <a:off x="5349240" y="4709160"/>
            <a:ext cx="2377440" cy="640080"/>
          </a:xfrm>
          <a:prstGeom prst="rect">
            <a:avLst/>
          </a:prstGeom>
          <a:noFill/>
          <a:ln/>
        </p:spPr>
        <p:txBody>
          <a:bodyPr wrap="square" lIns="0" tIns="0" rIns="0" bIns="0" rtlCol="0" anchor="ctr"/>
          <a:lstStyle/>
          <a:p>
            <a:pPr algn="l" indent="0" marL="0">
              <a:buNone/>
            </a:pPr>
            <a:r>
              <a:rPr lang="en-US" sz="1800" b="1" dirty="0">
                <a:solidFill>
                  <a:schemeClr val="tx1"/>
                </a:solidFill>
              </a:rPr>
              <a:t>Hard gate at seeker contact</a:t>
            </a:r>
            <a:endParaRPr lang="en-US" sz="1800" dirty="0"/>
          </a:p>
        </p:txBody>
      </p:sp>
      <p:sp>
        <p:nvSpPr>
          <p:cNvPr id="39" name="a09u_goald1"/>
          <p:cNvSpPr txBox="1"/>
          <p:nvPr/>
        </p:nvSpPr>
        <p:spPr>
          <a:xfrm>
            <a:off x="4572000" y="5440680"/>
            <a:ext cx="3017520" cy="548640"/>
          </a:xfrm>
          <a:prstGeom prst="rect">
            <a:avLst/>
          </a:prstGeom>
          <a:noFill/>
          <a:ln/>
        </p:spPr>
        <p:txBody>
          <a:bodyPr wrap="square" lIns="0" tIns="0" rIns="0" bIns="0" rtlCol="0" anchor="t"/>
          <a:lstStyle/>
          <a:p>
            <a:pPr algn="l" indent="0" marL="0">
              <a:buNone/>
            </a:pPr>
            <a:r>
              <a:rPr lang="en-US" sz="1400" dirty="0">
                <a:solidFill>
                  <a:schemeClr val="tx2"/>
                </a:solidFill>
              </a:rPr>
              <a:t>Search, messages, offers and plans stay locked until Clear.</a:t>
            </a:r>
            <a:endParaRPr lang="en-US" sz="1400" dirty="0"/>
          </a:p>
        </p:txBody>
      </p:sp>
      <p:sp>
        <p:nvSpPr>
          <p:cNvPr id="40" name="a10u_goal2"/>
          <p:cNvSpPr/>
          <p:nvPr/>
        </p:nvSpPr>
        <p:spPr>
          <a:xfrm>
            <a:off x="8138160" y="4480560"/>
            <a:ext cx="3566160" cy="1600200"/>
          </a:xfrm>
          <a:prstGeom prst="roundRect">
            <a:avLst>
              <a:gd name="adj" fmla="val 6857"/>
            </a:avLst>
          </a:prstGeom>
          <a:solidFill>
            <a:schemeClr val="accent2">
              <a:alpha val="28000"/>
            </a:schemeClr>
          </a:solidFill>
          <a:ln w="19050">
            <a:solidFill>
              <a:schemeClr val="accent2"/>
            </a:solidFill>
            <a:prstDash val="solid"/>
          </a:ln>
        </p:spPr>
      </p:sp>
      <p:sp>
        <p:nvSpPr>
          <p:cNvPr id="41" name="a10u_goalb2"/>
          <p:cNvSpPr/>
          <p:nvPr/>
        </p:nvSpPr>
        <p:spPr>
          <a:xfrm>
            <a:off x="8412480" y="4709160"/>
            <a:ext cx="640080" cy="640080"/>
          </a:xfrm>
          <a:prstGeom prst="ellipse">
            <a:avLst/>
          </a:prstGeom>
          <a:solidFill>
            <a:schemeClr val="accent2"/>
          </a:solidFill>
          <a:ln/>
        </p:spPr>
      </p:sp>
      <p:pic>
        <p:nvPicPr>
          <p:cNvPr id="42" name="a10u_goalb2_i" descr="preencoded.png">    </p:cNvPr>
          <p:cNvPicPr>
            <a:picLocks noChangeAspect="1"/>
          </p:cNvPicPr>
          <p:nvPr/>
        </p:nvPicPr>
        <p:blipFill>
          <a:blip r:embed="rId3"/>
          <a:stretch>
            <a:fillRect/>
          </a:stretch>
        </p:blipFill>
        <p:spPr>
          <a:xfrm>
            <a:off x="8578901" y="4875581"/>
            <a:ext cx="307238" cy="307238"/>
          </a:xfrm>
          <a:prstGeom prst="rect">
            <a:avLst/>
          </a:prstGeom>
        </p:spPr>
      </p:pic>
      <p:sp>
        <p:nvSpPr>
          <p:cNvPr id="43" name="a10u_goalh2"/>
          <p:cNvSpPr txBox="1"/>
          <p:nvPr/>
        </p:nvSpPr>
        <p:spPr>
          <a:xfrm>
            <a:off x="9189720" y="4709160"/>
            <a:ext cx="2377440" cy="640080"/>
          </a:xfrm>
          <a:prstGeom prst="rect">
            <a:avLst/>
          </a:prstGeom>
          <a:noFill/>
          <a:ln/>
        </p:spPr>
        <p:txBody>
          <a:bodyPr wrap="square" lIns="0" tIns="0" rIns="0" bIns="0" rtlCol="0" anchor="ctr"/>
          <a:lstStyle/>
          <a:p>
            <a:pPr algn="l" indent="0" marL="0">
              <a:buNone/>
            </a:pPr>
            <a:r>
              <a:rPr lang="en-US" sz="1800" b="1" dirty="0">
                <a:solidFill>
                  <a:schemeClr val="tx1"/>
                </a:solidFill>
              </a:rPr>
              <a:t>Nudge early, prompt at intent</a:t>
            </a:r>
            <a:endParaRPr lang="en-US" sz="1800" dirty="0"/>
          </a:p>
        </p:txBody>
      </p:sp>
      <p:sp>
        <p:nvSpPr>
          <p:cNvPr id="44" name="a10u_goald2"/>
          <p:cNvSpPr txBox="1"/>
          <p:nvPr/>
        </p:nvSpPr>
        <p:spPr>
          <a:xfrm>
            <a:off x="8412480" y="5440680"/>
            <a:ext cx="3017520" cy="548640"/>
          </a:xfrm>
          <a:prstGeom prst="rect">
            <a:avLst/>
          </a:prstGeom>
          <a:noFill/>
          <a:ln/>
        </p:spPr>
        <p:txBody>
          <a:bodyPr wrap="square" lIns="0" tIns="0" rIns="0" bIns="0" rtlCol="0" anchor="t"/>
          <a:lstStyle/>
          <a:p>
            <a:pPr algn="l" indent="0" marL="0">
              <a:buNone/>
            </a:pPr>
            <a:r>
              <a:rPr lang="en-US" sz="1400" dirty="0">
                <a:solidFill>
                  <a:schemeClr val="tx2"/>
                </a:solidFill>
              </a:rPr>
              <a:t>A banner from day one, and a prompt the moment they tap a locked action.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213" fill="hold">
                      <p:stCondLst>
                        <p:cond delay="indefinite"/>
                        <p:cond evt="onBegin" delay="0">
                          <p:tgtEl>
                            <p:sldTgt/>
                          </p:tgtEl>
                        </p:cond>
                      </p:stCondLst>
                      <p:childTnLst>
                        <p:par>
                          <p:cTn id="203"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p:cTn id="5" dur="520" decel="100000" fill="hold"/>
                                        <p:tgtEl>
                                          <p:spTgt spid="3"/>
                                        </p:tgtEl>
                                        <p:attrNameLst>
                                          <p:attrName>ppt_w</p:attrName>
                                        </p:attrNameLst>
                                      </p:cBhvr>
                                      <p:tavLst>
                                        <p:tav tm="0">
                                          <p:val>
                                            <p:fltVal val="0"/>
                                          </p:val>
                                        </p:tav>
                                        <p:tav tm="100000">
                                          <p:val>
                                            <p:strVal val="#ppt_w"/>
                                          </p:val>
                                        </p:tav>
                                      </p:tavLst>
                                    </p:anim>
                                    <p:anim calcmode="lin" valueType="num">
                                      <p:cBhvr>
                                        <p:cTn id="6" dur="520" decel="100000" fill="hold"/>
                                        <p:tgtEl>
                                          <p:spTgt spid="3"/>
                                        </p:tgtEl>
                                        <p:attrNameLst>
                                          <p:attrName>ppt_h</p:attrName>
                                        </p:attrNameLst>
                                      </p:cBhvr>
                                      <p:tavLst>
                                        <p:tav tm="0">
                                          <p:val>
                                            <p:fltVal val="0"/>
                                          </p:val>
                                        </p:tav>
                                        <p:tav tm="100000">
                                          <p:val>
                                            <p:strVal val="#ppt_h"/>
                                          </p:val>
                                        </p:tav>
                                      </p:tavLst>
                                    </p:anim>
                                    <p:animEffect transition="in" filter="fade">
                                      <p:cBhvr>
                                        <p:cTn id="7" dur="520"/>
                                        <p:tgtEl>
                                          <p:spTgt spid="3"/>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20" decel="100000" fill="hold"/>
                                        <p:tgtEl>
                                          <p:spTgt spid="4"/>
                                        </p:tgtEl>
                                        <p:attrNameLst>
                                          <p:attrName>ppt_w</p:attrName>
                                        </p:attrNameLst>
                                      </p:cBhvr>
                                      <p:tavLst>
                                        <p:tav tm="0">
                                          <p:val>
                                            <p:fltVal val="0"/>
                                          </p:val>
                                        </p:tav>
                                        <p:tav tm="100000">
                                          <p:val>
                                            <p:strVal val="#ppt_w"/>
                                          </p:val>
                                        </p:tav>
                                      </p:tavLst>
                                    </p:anim>
                                    <p:anim calcmode="lin" valueType="num">
                                      <p:cBhvr>
                                        <p:cTn id="11" dur="520" decel="100000" fill="hold"/>
                                        <p:tgtEl>
                                          <p:spTgt spid="4"/>
                                        </p:tgtEl>
                                        <p:attrNameLst>
                                          <p:attrName>ppt_h</p:attrName>
                                        </p:attrNameLst>
                                      </p:cBhvr>
                                      <p:tavLst>
                                        <p:tav tm="0">
                                          <p:val>
                                            <p:fltVal val="0"/>
                                          </p:val>
                                        </p:tav>
                                        <p:tav tm="100000">
                                          <p:val>
                                            <p:strVal val="#ppt_h"/>
                                          </p:val>
                                        </p:tav>
                                      </p:tavLst>
                                    </p:anim>
                                    <p:animEffect transition="in" filter="fade">
                                      <p:cBhvr>
                                        <p:cTn id="12" dur="520"/>
                                        <p:tgtEl>
                                          <p:spTgt spid="4"/>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20" decel="100000" fill="hold"/>
                                        <p:tgtEl>
                                          <p:spTgt spid="5"/>
                                        </p:tgtEl>
                                        <p:attrNameLst>
                                          <p:attrName>ppt_w</p:attrName>
                                        </p:attrNameLst>
                                      </p:cBhvr>
                                      <p:tavLst>
                                        <p:tav tm="0">
                                          <p:val>
                                            <p:fltVal val="0"/>
                                          </p:val>
                                        </p:tav>
                                        <p:tav tm="100000">
                                          <p:val>
                                            <p:strVal val="#ppt_w"/>
                                          </p:val>
                                        </p:tav>
                                      </p:tavLst>
                                    </p:anim>
                                    <p:anim calcmode="lin" valueType="num">
                                      <p:cBhvr>
                                        <p:cTn id="16" dur="520" decel="100000" fill="hold"/>
                                        <p:tgtEl>
                                          <p:spTgt spid="5"/>
                                        </p:tgtEl>
                                        <p:attrNameLst>
                                          <p:attrName>ppt_h</p:attrName>
                                        </p:attrNameLst>
                                      </p:cBhvr>
                                      <p:tavLst>
                                        <p:tav tm="0">
                                          <p:val>
                                            <p:fltVal val="0"/>
                                          </p:val>
                                        </p:tav>
                                        <p:tav tm="100000">
                                          <p:val>
                                            <p:strVal val="#ppt_h"/>
                                          </p:val>
                                        </p:tav>
                                      </p:tavLst>
                                    </p:anim>
                                    <p:animEffect transition="in" filter="fade">
                                      <p:cBhvr>
                                        <p:cTn id="17" dur="520"/>
                                        <p:tgtEl>
                                          <p:spTgt spid="5"/>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20" decel="100000" fill="hold"/>
                                        <p:tgtEl>
                                          <p:spTgt spid="6"/>
                                        </p:tgtEl>
                                        <p:attrNameLst>
                                          <p:attrName>ppt_w</p:attrName>
                                        </p:attrNameLst>
                                      </p:cBhvr>
                                      <p:tavLst>
                                        <p:tav tm="0">
                                          <p:val>
                                            <p:fltVal val="0"/>
                                          </p:val>
                                        </p:tav>
                                        <p:tav tm="100000">
                                          <p:val>
                                            <p:strVal val="#ppt_w"/>
                                          </p:val>
                                        </p:tav>
                                      </p:tavLst>
                                    </p:anim>
                                    <p:anim calcmode="lin" valueType="num">
                                      <p:cBhvr>
                                        <p:cTn id="21" dur="520" decel="100000" fill="hold"/>
                                        <p:tgtEl>
                                          <p:spTgt spid="6"/>
                                        </p:tgtEl>
                                        <p:attrNameLst>
                                          <p:attrName>ppt_h</p:attrName>
                                        </p:attrNameLst>
                                      </p:cBhvr>
                                      <p:tavLst>
                                        <p:tav tm="0">
                                          <p:val>
                                            <p:fltVal val="0"/>
                                          </p:val>
                                        </p:tav>
                                        <p:tav tm="100000">
                                          <p:val>
                                            <p:strVal val="#ppt_h"/>
                                          </p:val>
                                        </p:tav>
                                      </p:tavLst>
                                    </p:anim>
                                    <p:animEffect transition="in" filter="fade">
                                      <p:cBhvr>
                                        <p:cTn id="22" dur="520"/>
                                        <p:tgtEl>
                                          <p:spTgt spid="6"/>
                                        </p:tgtEl>
                                      </p:cBhvr>
                                    </p:animEffect>
                                  </p:childTnLst>
                                </p:cTn>
                              </p:par>
                            </p:childTnLst>
                          </p:cTn>
                        </p:par>
                        <p:par>
                          <p:cTn id="204" fill="hold">
                            <p:stCondLst>
                              <p:cond delay="380"/>
                            </p:stCondLst>
                            <p:childTnLst>
                              <p:par>
                                <p:cTn id="23" presetID="22" presetClass="entr" presetSubtype="8"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20"/>
                                        <p:tgtEl>
                                          <p:spTgt spid="7"/>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20" decel="100000" fill="hold"/>
                                        <p:tgtEl>
                                          <p:spTgt spid="8"/>
                                        </p:tgtEl>
                                        <p:attrNameLst>
                                          <p:attrName>ppt_w</p:attrName>
                                        </p:attrNameLst>
                                      </p:cBhvr>
                                      <p:tavLst>
                                        <p:tav tm="0">
                                          <p:val>
                                            <p:fltVal val="0"/>
                                          </p:val>
                                        </p:tav>
                                        <p:tav tm="100000">
                                          <p:val>
                                            <p:strVal val="#ppt_w"/>
                                          </p:val>
                                        </p:tav>
                                      </p:tavLst>
                                    </p:anim>
                                    <p:anim calcmode="lin" valueType="num">
                                      <p:cBhvr>
                                        <p:cTn id="29" dur="520" decel="100000" fill="hold"/>
                                        <p:tgtEl>
                                          <p:spTgt spid="8"/>
                                        </p:tgtEl>
                                        <p:attrNameLst>
                                          <p:attrName>ppt_h</p:attrName>
                                        </p:attrNameLst>
                                      </p:cBhvr>
                                      <p:tavLst>
                                        <p:tav tm="0">
                                          <p:val>
                                            <p:fltVal val="0"/>
                                          </p:val>
                                        </p:tav>
                                        <p:tav tm="100000">
                                          <p:val>
                                            <p:strVal val="#ppt_h"/>
                                          </p:val>
                                        </p:tav>
                                      </p:tavLst>
                                    </p:anim>
                                    <p:animEffect transition="in" filter="fade">
                                      <p:cBhvr>
                                        <p:cTn id="30" dur="520"/>
                                        <p:tgtEl>
                                          <p:spTgt spid="8"/>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20" decel="100000" fill="hold"/>
                                        <p:tgtEl>
                                          <p:spTgt spid="9"/>
                                        </p:tgtEl>
                                        <p:attrNameLst>
                                          <p:attrName>ppt_w</p:attrName>
                                        </p:attrNameLst>
                                      </p:cBhvr>
                                      <p:tavLst>
                                        <p:tav tm="0">
                                          <p:val>
                                            <p:fltVal val="0"/>
                                          </p:val>
                                        </p:tav>
                                        <p:tav tm="100000">
                                          <p:val>
                                            <p:strVal val="#ppt_w"/>
                                          </p:val>
                                        </p:tav>
                                      </p:tavLst>
                                    </p:anim>
                                    <p:anim calcmode="lin" valueType="num">
                                      <p:cBhvr>
                                        <p:cTn id="34" dur="520" decel="100000" fill="hold"/>
                                        <p:tgtEl>
                                          <p:spTgt spid="9"/>
                                        </p:tgtEl>
                                        <p:attrNameLst>
                                          <p:attrName>ppt_h</p:attrName>
                                        </p:attrNameLst>
                                      </p:cBhvr>
                                      <p:tavLst>
                                        <p:tav tm="0">
                                          <p:val>
                                            <p:fltVal val="0"/>
                                          </p:val>
                                        </p:tav>
                                        <p:tav tm="100000">
                                          <p:val>
                                            <p:strVal val="#ppt_h"/>
                                          </p:val>
                                        </p:tav>
                                      </p:tavLst>
                                    </p:anim>
                                    <p:animEffect transition="in" filter="fade">
                                      <p:cBhvr>
                                        <p:cTn id="35" dur="520"/>
                                        <p:tgtEl>
                                          <p:spTgt spid="9"/>
                                        </p:tgtEl>
                                      </p:cBhvr>
                                    </p:animEffect>
                                  </p:childTnLst>
                                </p:cTn>
                              </p:par>
                            </p:childTnLst>
                          </p:cTn>
                        </p:par>
                        <p:par>
                          <p:cTn id="205" fill="hold">
                            <p:stCondLst>
                              <p:cond delay="760"/>
                            </p:stCondLst>
                            <p:childTnLst>
                              <p:par>
                                <p:cTn id="36" presetID="53" presetClass="entr" presetSubtype="16"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20" decel="100000" fill="hold"/>
                                        <p:tgtEl>
                                          <p:spTgt spid="10"/>
                                        </p:tgtEl>
                                        <p:attrNameLst>
                                          <p:attrName>ppt_w</p:attrName>
                                        </p:attrNameLst>
                                      </p:cBhvr>
                                      <p:tavLst>
                                        <p:tav tm="0">
                                          <p:val>
                                            <p:fltVal val="0"/>
                                          </p:val>
                                        </p:tav>
                                        <p:tav tm="100000">
                                          <p:val>
                                            <p:strVal val="#ppt_w"/>
                                          </p:val>
                                        </p:tav>
                                      </p:tavLst>
                                    </p:anim>
                                    <p:anim calcmode="lin" valueType="num">
                                      <p:cBhvr>
                                        <p:cTn id="39" dur="520" decel="100000" fill="hold"/>
                                        <p:tgtEl>
                                          <p:spTgt spid="10"/>
                                        </p:tgtEl>
                                        <p:attrNameLst>
                                          <p:attrName>ppt_h</p:attrName>
                                        </p:attrNameLst>
                                      </p:cBhvr>
                                      <p:tavLst>
                                        <p:tav tm="0">
                                          <p:val>
                                            <p:fltVal val="0"/>
                                          </p:val>
                                        </p:tav>
                                        <p:tav tm="100000">
                                          <p:val>
                                            <p:strVal val="#ppt_h"/>
                                          </p:val>
                                        </p:tav>
                                      </p:tavLst>
                                    </p:anim>
                                    <p:animEffect transition="in" filter="fade">
                                      <p:cBhvr>
                                        <p:cTn id="40" dur="520"/>
                                        <p:tgtEl>
                                          <p:spTgt spid="1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520" decel="100000" fill="hold"/>
                                        <p:tgtEl>
                                          <p:spTgt spid="11"/>
                                        </p:tgtEl>
                                        <p:attrNameLst>
                                          <p:attrName>ppt_w</p:attrName>
                                        </p:attrNameLst>
                                      </p:cBhvr>
                                      <p:tavLst>
                                        <p:tav tm="0">
                                          <p:val>
                                            <p:fltVal val="0"/>
                                          </p:val>
                                        </p:tav>
                                        <p:tav tm="100000">
                                          <p:val>
                                            <p:strVal val="#ppt_w"/>
                                          </p:val>
                                        </p:tav>
                                      </p:tavLst>
                                    </p:anim>
                                    <p:anim calcmode="lin" valueType="num">
                                      <p:cBhvr>
                                        <p:cTn id="44" dur="520" decel="100000" fill="hold"/>
                                        <p:tgtEl>
                                          <p:spTgt spid="11"/>
                                        </p:tgtEl>
                                        <p:attrNameLst>
                                          <p:attrName>ppt_h</p:attrName>
                                        </p:attrNameLst>
                                      </p:cBhvr>
                                      <p:tavLst>
                                        <p:tav tm="0">
                                          <p:val>
                                            <p:fltVal val="0"/>
                                          </p:val>
                                        </p:tav>
                                        <p:tav tm="100000">
                                          <p:val>
                                            <p:strVal val="#ppt_h"/>
                                          </p:val>
                                        </p:tav>
                                      </p:tavLst>
                                    </p:anim>
                                    <p:animEffect transition="in" filter="fade">
                                      <p:cBhvr>
                                        <p:cTn id="45" dur="520"/>
                                        <p:tgtEl>
                                          <p:spTgt spid="1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p:cTn id="48" dur="520" decel="100000" fill="hold"/>
                                        <p:tgtEl>
                                          <p:spTgt spid="12"/>
                                        </p:tgtEl>
                                        <p:attrNameLst>
                                          <p:attrName>ppt_w</p:attrName>
                                        </p:attrNameLst>
                                      </p:cBhvr>
                                      <p:tavLst>
                                        <p:tav tm="0">
                                          <p:val>
                                            <p:fltVal val="0"/>
                                          </p:val>
                                        </p:tav>
                                        <p:tav tm="100000">
                                          <p:val>
                                            <p:strVal val="#ppt_w"/>
                                          </p:val>
                                        </p:tav>
                                      </p:tavLst>
                                    </p:anim>
                                    <p:anim calcmode="lin" valueType="num">
                                      <p:cBhvr>
                                        <p:cTn id="49" dur="520" decel="100000" fill="hold"/>
                                        <p:tgtEl>
                                          <p:spTgt spid="12"/>
                                        </p:tgtEl>
                                        <p:attrNameLst>
                                          <p:attrName>ppt_h</p:attrName>
                                        </p:attrNameLst>
                                      </p:cBhvr>
                                      <p:tavLst>
                                        <p:tav tm="0">
                                          <p:val>
                                            <p:fltVal val="0"/>
                                          </p:val>
                                        </p:tav>
                                        <p:tav tm="100000">
                                          <p:val>
                                            <p:strVal val="#ppt_h"/>
                                          </p:val>
                                        </p:tav>
                                      </p:tavLst>
                                    </p:anim>
                                    <p:animEffect transition="in" filter="fade">
                                      <p:cBhvr>
                                        <p:cTn id="50" dur="520"/>
                                        <p:tgtEl>
                                          <p:spTgt spid="12"/>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520" decel="100000" fill="hold"/>
                                        <p:tgtEl>
                                          <p:spTgt spid="13"/>
                                        </p:tgtEl>
                                        <p:attrNameLst>
                                          <p:attrName>ppt_w</p:attrName>
                                        </p:attrNameLst>
                                      </p:cBhvr>
                                      <p:tavLst>
                                        <p:tav tm="0">
                                          <p:val>
                                            <p:fltVal val="0"/>
                                          </p:val>
                                        </p:tav>
                                        <p:tav tm="100000">
                                          <p:val>
                                            <p:strVal val="#ppt_w"/>
                                          </p:val>
                                        </p:tav>
                                      </p:tavLst>
                                    </p:anim>
                                    <p:anim calcmode="lin" valueType="num">
                                      <p:cBhvr>
                                        <p:cTn id="54" dur="520" decel="100000" fill="hold"/>
                                        <p:tgtEl>
                                          <p:spTgt spid="13"/>
                                        </p:tgtEl>
                                        <p:attrNameLst>
                                          <p:attrName>ppt_h</p:attrName>
                                        </p:attrNameLst>
                                      </p:cBhvr>
                                      <p:tavLst>
                                        <p:tav tm="0">
                                          <p:val>
                                            <p:fltVal val="0"/>
                                          </p:val>
                                        </p:tav>
                                        <p:tav tm="100000">
                                          <p:val>
                                            <p:strVal val="#ppt_h"/>
                                          </p:val>
                                        </p:tav>
                                      </p:tavLst>
                                    </p:anim>
                                    <p:animEffect transition="in" filter="fade">
                                      <p:cBhvr>
                                        <p:cTn id="55" dur="520"/>
                                        <p:tgtEl>
                                          <p:spTgt spid="13"/>
                                        </p:tgtEl>
                                      </p:cBhvr>
                                    </p:animEffect>
                                  </p:childTnLst>
                                </p:cTn>
                              </p:par>
                            </p:childTnLst>
                          </p:cTn>
                        </p:par>
                        <p:par>
                          <p:cTn id="206" fill="hold">
                            <p:stCondLst>
                              <p:cond delay="1140"/>
                            </p:stCondLst>
                            <p:childTnLst>
                              <p:par>
                                <p:cTn id="56" presetID="22" presetClass="entr" presetSubtype="8"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wipe(left)">
                                      <p:cBhvr>
                                        <p:cTn id="58" dur="520"/>
                                        <p:tgtEl>
                                          <p:spTgt spid="14"/>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p:cTn id="61" dur="520" decel="100000" fill="hold"/>
                                        <p:tgtEl>
                                          <p:spTgt spid="15"/>
                                        </p:tgtEl>
                                        <p:attrNameLst>
                                          <p:attrName>ppt_w</p:attrName>
                                        </p:attrNameLst>
                                      </p:cBhvr>
                                      <p:tavLst>
                                        <p:tav tm="0">
                                          <p:val>
                                            <p:fltVal val="0"/>
                                          </p:val>
                                        </p:tav>
                                        <p:tav tm="100000">
                                          <p:val>
                                            <p:strVal val="#ppt_w"/>
                                          </p:val>
                                        </p:tav>
                                      </p:tavLst>
                                    </p:anim>
                                    <p:anim calcmode="lin" valueType="num">
                                      <p:cBhvr>
                                        <p:cTn id="62" dur="520" decel="100000" fill="hold"/>
                                        <p:tgtEl>
                                          <p:spTgt spid="15"/>
                                        </p:tgtEl>
                                        <p:attrNameLst>
                                          <p:attrName>ppt_h</p:attrName>
                                        </p:attrNameLst>
                                      </p:cBhvr>
                                      <p:tavLst>
                                        <p:tav tm="0">
                                          <p:val>
                                            <p:fltVal val="0"/>
                                          </p:val>
                                        </p:tav>
                                        <p:tav tm="100000">
                                          <p:val>
                                            <p:strVal val="#ppt_h"/>
                                          </p:val>
                                        </p:tav>
                                      </p:tavLst>
                                    </p:anim>
                                    <p:animEffect transition="in" filter="fade">
                                      <p:cBhvr>
                                        <p:cTn id="63" dur="520"/>
                                        <p:tgtEl>
                                          <p:spTgt spid="1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p:cTn id="66" dur="520" decel="100000" fill="hold"/>
                                        <p:tgtEl>
                                          <p:spTgt spid="16"/>
                                        </p:tgtEl>
                                        <p:attrNameLst>
                                          <p:attrName>ppt_w</p:attrName>
                                        </p:attrNameLst>
                                      </p:cBhvr>
                                      <p:tavLst>
                                        <p:tav tm="0">
                                          <p:val>
                                            <p:fltVal val="0"/>
                                          </p:val>
                                        </p:tav>
                                        <p:tav tm="100000">
                                          <p:val>
                                            <p:strVal val="#ppt_w"/>
                                          </p:val>
                                        </p:tav>
                                      </p:tavLst>
                                    </p:anim>
                                    <p:anim calcmode="lin" valueType="num">
                                      <p:cBhvr>
                                        <p:cTn id="67" dur="520" decel="100000" fill="hold"/>
                                        <p:tgtEl>
                                          <p:spTgt spid="16"/>
                                        </p:tgtEl>
                                        <p:attrNameLst>
                                          <p:attrName>ppt_h</p:attrName>
                                        </p:attrNameLst>
                                      </p:cBhvr>
                                      <p:tavLst>
                                        <p:tav tm="0">
                                          <p:val>
                                            <p:fltVal val="0"/>
                                          </p:val>
                                        </p:tav>
                                        <p:tav tm="100000">
                                          <p:val>
                                            <p:strVal val="#ppt_h"/>
                                          </p:val>
                                        </p:tav>
                                      </p:tavLst>
                                    </p:anim>
                                    <p:animEffect transition="in" filter="fade">
                                      <p:cBhvr>
                                        <p:cTn id="68" dur="520"/>
                                        <p:tgtEl>
                                          <p:spTgt spid="16"/>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71" dur="520"/>
                                        <p:tgtEl>
                                          <p:spTgt spid="28"/>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4" dur="520"/>
                                        <p:tgtEl>
                                          <p:spTgt spid="29"/>
                                        </p:tgtEl>
                                      </p:cBhvr>
                                    </p:animEffect>
                                  </p:childTnLst>
                                </p:cTn>
                              </p:par>
                            </p:childTnLst>
                          </p:cTn>
                        </p:par>
                        <p:par>
                          <p:cTn id="207" fill="hold">
                            <p:stCondLst>
                              <p:cond delay="1520"/>
                            </p:stCondLst>
                            <p:childTnLst>
                              <p:par>
                                <p:cTn id="75" presetID="53" presetClass="entr" presetSubtype="16" fill="hold" grpId="0" nodeType="afterEffect">
                                  <p:stCondLst>
                                    <p:cond delay="0"/>
                                  </p:stCondLst>
                                  <p:childTnLst>
                                    <p:set>
                                      <p:cBhvr>
                                        <p:cTn id="76" dur="1" fill="hold">
                                          <p:stCondLst>
                                            <p:cond delay="0"/>
                                          </p:stCondLst>
                                        </p:cTn>
                                        <p:tgtEl>
                                          <p:spTgt spid="17"/>
                                        </p:tgtEl>
                                        <p:attrNameLst>
                                          <p:attrName>style.visibility</p:attrName>
                                        </p:attrNameLst>
                                      </p:cBhvr>
                                      <p:to>
                                        <p:strVal val="visible"/>
                                      </p:to>
                                    </p:set>
                                    <p:anim calcmode="lin" valueType="num">
                                      <p:cBhvr>
                                        <p:cTn id="77" dur="520" decel="100000" fill="hold"/>
                                        <p:tgtEl>
                                          <p:spTgt spid="17"/>
                                        </p:tgtEl>
                                        <p:attrNameLst>
                                          <p:attrName>ppt_w</p:attrName>
                                        </p:attrNameLst>
                                      </p:cBhvr>
                                      <p:tavLst>
                                        <p:tav tm="0">
                                          <p:val>
                                            <p:fltVal val="0"/>
                                          </p:val>
                                        </p:tav>
                                        <p:tav tm="100000">
                                          <p:val>
                                            <p:strVal val="#ppt_w"/>
                                          </p:val>
                                        </p:tav>
                                      </p:tavLst>
                                    </p:anim>
                                    <p:anim calcmode="lin" valueType="num">
                                      <p:cBhvr>
                                        <p:cTn id="78" dur="520" decel="100000" fill="hold"/>
                                        <p:tgtEl>
                                          <p:spTgt spid="17"/>
                                        </p:tgtEl>
                                        <p:attrNameLst>
                                          <p:attrName>ppt_h</p:attrName>
                                        </p:attrNameLst>
                                      </p:cBhvr>
                                      <p:tavLst>
                                        <p:tav tm="0">
                                          <p:val>
                                            <p:fltVal val="0"/>
                                          </p:val>
                                        </p:tav>
                                        <p:tav tm="100000">
                                          <p:val>
                                            <p:strVal val="#ppt_h"/>
                                          </p:val>
                                        </p:tav>
                                      </p:tavLst>
                                    </p:anim>
                                    <p:animEffect transition="in" filter="fade">
                                      <p:cBhvr>
                                        <p:cTn id="79" dur="520"/>
                                        <p:tgtEl>
                                          <p:spTgt spid="17"/>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8"/>
                                        </p:tgtEl>
                                        <p:attrNameLst>
                                          <p:attrName>style.visibility</p:attrName>
                                        </p:attrNameLst>
                                      </p:cBhvr>
                                      <p:to>
                                        <p:strVal val="visible"/>
                                      </p:to>
                                    </p:set>
                                    <p:anim calcmode="lin" valueType="num">
                                      <p:cBhvr>
                                        <p:cTn id="82" dur="520" decel="100000" fill="hold"/>
                                        <p:tgtEl>
                                          <p:spTgt spid="18"/>
                                        </p:tgtEl>
                                        <p:attrNameLst>
                                          <p:attrName>ppt_w</p:attrName>
                                        </p:attrNameLst>
                                      </p:cBhvr>
                                      <p:tavLst>
                                        <p:tav tm="0">
                                          <p:val>
                                            <p:fltVal val="0"/>
                                          </p:val>
                                        </p:tav>
                                        <p:tav tm="100000">
                                          <p:val>
                                            <p:strVal val="#ppt_w"/>
                                          </p:val>
                                        </p:tav>
                                      </p:tavLst>
                                    </p:anim>
                                    <p:anim calcmode="lin" valueType="num">
                                      <p:cBhvr>
                                        <p:cTn id="83" dur="520" decel="100000" fill="hold"/>
                                        <p:tgtEl>
                                          <p:spTgt spid="18"/>
                                        </p:tgtEl>
                                        <p:attrNameLst>
                                          <p:attrName>ppt_h</p:attrName>
                                        </p:attrNameLst>
                                      </p:cBhvr>
                                      <p:tavLst>
                                        <p:tav tm="0">
                                          <p:val>
                                            <p:fltVal val="0"/>
                                          </p:val>
                                        </p:tav>
                                        <p:tav tm="100000">
                                          <p:val>
                                            <p:strVal val="#ppt_h"/>
                                          </p:val>
                                        </p:tav>
                                      </p:tavLst>
                                    </p:anim>
                                    <p:animEffect transition="in" filter="fade">
                                      <p:cBhvr>
                                        <p:cTn id="84" dur="520"/>
                                        <p:tgtEl>
                                          <p:spTgt spid="18"/>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19"/>
                                        </p:tgtEl>
                                        <p:attrNameLst>
                                          <p:attrName>style.visibility</p:attrName>
                                        </p:attrNameLst>
                                      </p:cBhvr>
                                      <p:to>
                                        <p:strVal val="visible"/>
                                      </p:to>
                                    </p:set>
                                    <p:anim calcmode="lin" valueType="num">
                                      <p:cBhvr>
                                        <p:cTn id="87" dur="520" decel="100000" fill="hold"/>
                                        <p:tgtEl>
                                          <p:spTgt spid="19"/>
                                        </p:tgtEl>
                                        <p:attrNameLst>
                                          <p:attrName>ppt_w</p:attrName>
                                        </p:attrNameLst>
                                      </p:cBhvr>
                                      <p:tavLst>
                                        <p:tav tm="0">
                                          <p:val>
                                            <p:fltVal val="0"/>
                                          </p:val>
                                        </p:tav>
                                        <p:tav tm="100000">
                                          <p:val>
                                            <p:strVal val="#ppt_w"/>
                                          </p:val>
                                        </p:tav>
                                      </p:tavLst>
                                    </p:anim>
                                    <p:anim calcmode="lin" valueType="num">
                                      <p:cBhvr>
                                        <p:cTn id="88" dur="520" decel="100000" fill="hold"/>
                                        <p:tgtEl>
                                          <p:spTgt spid="19"/>
                                        </p:tgtEl>
                                        <p:attrNameLst>
                                          <p:attrName>ppt_h</p:attrName>
                                        </p:attrNameLst>
                                      </p:cBhvr>
                                      <p:tavLst>
                                        <p:tav tm="0">
                                          <p:val>
                                            <p:fltVal val="0"/>
                                          </p:val>
                                        </p:tav>
                                        <p:tav tm="100000">
                                          <p:val>
                                            <p:strVal val="#ppt_h"/>
                                          </p:val>
                                        </p:tav>
                                      </p:tavLst>
                                    </p:anim>
                                    <p:animEffect transition="in" filter="fade">
                                      <p:cBhvr>
                                        <p:cTn id="89" dur="520"/>
                                        <p:tgtEl>
                                          <p:spTgt spid="19"/>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0"/>
                                        </p:tgtEl>
                                        <p:attrNameLst>
                                          <p:attrName>style.visibility</p:attrName>
                                        </p:attrNameLst>
                                      </p:cBhvr>
                                      <p:to>
                                        <p:strVal val="visible"/>
                                      </p:to>
                                    </p:set>
                                    <p:anim calcmode="lin" valueType="num">
                                      <p:cBhvr>
                                        <p:cTn id="92" dur="520" decel="100000" fill="hold"/>
                                        <p:tgtEl>
                                          <p:spTgt spid="20"/>
                                        </p:tgtEl>
                                        <p:attrNameLst>
                                          <p:attrName>ppt_w</p:attrName>
                                        </p:attrNameLst>
                                      </p:cBhvr>
                                      <p:tavLst>
                                        <p:tav tm="0">
                                          <p:val>
                                            <p:fltVal val="0"/>
                                          </p:val>
                                        </p:tav>
                                        <p:tav tm="100000">
                                          <p:val>
                                            <p:strVal val="#ppt_w"/>
                                          </p:val>
                                        </p:tav>
                                      </p:tavLst>
                                    </p:anim>
                                    <p:anim calcmode="lin" valueType="num">
                                      <p:cBhvr>
                                        <p:cTn id="93" dur="520" decel="100000" fill="hold"/>
                                        <p:tgtEl>
                                          <p:spTgt spid="20"/>
                                        </p:tgtEl>
                                        <p:attrNameLst>
                                          <p:attrName>ppt_h</p:attrName>
                                        </p:attrNameLst>
                                      </p:cBhvr>
                                      <p:tavLst>
                                        <p:tav tm="0">
                                          <p:val>
                                            <p:fltVal val="0"/>
                                          </p:val>
                                        </p:tav>
                                        <p:tav tm="100000">
                                          <p:val>
                                            <p:strVal val="#ppt_h"/>
                                          </p:val>
                                        </p:tav>
                                      </p:tavLst>
                                    </p:anim>
                                    <p:animEffect transition="in" filter="fade">
                                      <p:cBhvr>
                                        <p:cTn id="94" dur="520"/>
                                        <p:tgtEl>
                                          <p:spTgt spid="20"/>
                                        </p:tgtEl>
                                      </p:cBhvr>
                                    </p:animEffect>
                                  </p:childTnLst>
                                </p:cTn>
                              </p:par>
                            </p:childTnLst>
                          </p:cTn>
                        </p:par>
                        <p:par>
                          <p:cTn id="208" fill="hold">
                            <p:stCondLst>
                              <p:cond delay="1900"/>
                            </p:stCondLst>
                            <p:childTnLst>
                              <p:par>
                                <p:cTn id="95" presetID="22" presetClass="entr" presetSubtype="8" fill="hold" grpId="0" nodeType="after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wipe(left)">
                                      <p:cBhvr>
                                        <p:cTn id="97" dur="520"/>
                                        <p:tgtEl>
                                          <p:spTgt spid="21"/>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 calcmode="lin" valueType="num">
                                      <p:cBhvr>
                                        <p:cTn id="100" dur="520" decel="100000" fill="hold"/>
                                        <p:tgtEl>
                                          <p:spTgt spid="22"/>
                                        </p:tgtEl>
                                        <p:attrNameLst>
                                          <p:attrName>ppt_w</p:attrName>
                                        </p:attrNameLst>
                                      </p:cBhvr>
                                      <p:tavLst>
                                        <p:tav tm="0">
                                          <p:val>
                                            <p:fltVal val="0"/>
                                          </p:val>
                                        </p:tav>
                                        <p:tav tm="100000">
                                          <p:val>
                                            <p:strVal val="#ppt_w"/>
                                          </p:val>
                                        </p:tav>
                                      </p:tavLst>
                                    </p:anim>
                                    <p:anim calcmode="lin" valueType="num">
                                      <p:cBhvr>
                                        <p:cTn id="101" dur="520" decel="100000" fill="hold"/>
                                        <p:tgtEl>
                                          <p:spTgt spid="22"/>
                                        </p:tgtEl>
                                        <p:attrNameLst>
                                          <p:attrName>ppt_h</p:attrName>
                                        </p:attrNameLst>
                                      </p:cBhvr>
                                      <p:tavLst>
                                        <p:tav tm="0">
                                          <p:val>
                                            <p:fltVal val="0"/>
                                          </p:val>
                                        </p:tav>
                                        <p:tav tm="100000">
                                          <p:val>
                                            <p:strVal val="#ppt_h"/>
                                          </p:val>
                                        </p:tav>
                                      </p:tavLst>
                                    </p:anim>
                                    <p:animEffect transition="in" filter="fade">
                                      <p:cBhvr>
                                        <p:cTn id="102" dur="520"/>
                                        <p:tgtEl>
                                          <p:spTgt spid="22"/>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 calcmode="lin" valueType="num">
                                      <p:cBhvr>
                                        <p:cTn id="105" dur="520" decel="100000" fill="hold"/>
                                        <p:tgtEl>
                                          <p:spTgt spid="23"/>
                                        </p:tgtEl>
                                        <p:attrNameLst>
                                          <p:attrName>ppt_w</p:attrName>
                                        </p:attrNameLst>
                                      </p:cBhvr>
                                      <p:tavLst>
                                        <p:tav tm="0">
                                          <p:val>
                                            <p:fltVal val="0"/>
                                          </p:val>
                                        </p:tav>
                                        <p:tav tm="100000">
                                          <p:val>
                                            <p:strVal val="#ppt_w"/>
                                          </p:val>
                                        </p:tav>
                                      </p:tavLst>
                                    </p:anim>
                                    <p:anim calcmode="lin" valueType="num">
                                      <p:cBhvr>
                                        <p:cTn id="106" dur="520" decel="100000" fill="hold"/>
                                        <p:tgtEl>
                                          <p:spTgt spid="23"/>
                                        </p:tgtEl>
                                        <p:attrNameLst>
                                          <p:attrName>ppt_h</p:attrName>
                                        </p:attrNameLst>
                                      </p:cBhvr>
                                      <p:tavLst>
                                        <p:tav tm="0">
                                          <p:val>
                                            <p:fltVal val="0"/>
                                          </p:val>
                                        </p:tav>
                                        <p:tav tm="100000">
                                          <p:val>
                                            <p:strVal val="#ppt_h"/>
                                          </p:val>
                                        </p:tav>
                                      </p:tavLst>
                                    </p:anim>
                                    <p:animEffect transition="in" filter="fade">
                                      <p:cBhvr>
                                        <p:cTn id="107" dur="520"/>
                                        <p:tgtEl>
                                          <p:spTgt spid="23"/>
                                        </p:tgtEl>
                                      </p:cBhvr>
                                    </p:animEffect>
                                  </p:childTnLst>
                                </p:cTn>
                              </p:par>
                            </p:childTnLst>
                          </p:cTn>
                        </p:par>
                        <p:par>
                          <p:cTn id="209" fill="hold">
                            <p:stCondLst>
                              <p:cond delay="2280"/>
                            </p:stCondLst>
                            <p:childTnLst>
                              <p:par>
                                <p:cTn id="108" presetID="53" presetClass="entr" presetSubtype="16" fill="hold" grpId="0" nodeType="afterEffect">
                                  <p:stCondLst>
                                    <p:cond delay="0"/>
                                  </p:stCondLst>
                                  <p:childTnLst>
                                    <p:set>
                                      <p:cBhvr>
                                        <p:cTn id="109" dur="1" fill="hold">
                                          <p:stCondLst>
                                            <p:cond delay="0"/>
                                          </p:stCondLst>
                                        </p:cTn>
                                        <p:tgtEl>
                                          <p:spTgt spid="24"/>
                                        </p:tgtEl>
                                        <p:attrNameLst>
                                          <p:attrName>style.visibility</p:attrName>
                                        </p:attrNameLst>
                                      </p:cBhvr>
                                      <p:to>
                                        <p:strVal val="visible"/>
                                      </p:to>
                                    </p:set>
                                    <p:anim calcmode="lin" valueType="num">
                                      <p:cBhvr>
                                        <p:cTn id="110" dur="520" decel="100000" fill="hold"/>
                                        <p:tgtEl>
                                          <p:spTgt spid="24"/>
                                        </p:tgtEl>
                                        <p:attrNameLst>
                                          <p:attrName>ppt_w</p:attrName>
                                        </p:attrNameLst>
                                      </p:cBhvr>
                                      <p:tavLst>
                                        <p:tav tm="0">
                                          <p:val>
                                            <p:fltVal val="0"/>
                                          </p:val>
                                        </p:tav>
                                        <p:tav tm="100000">
                                          <p:val>
                                            <p:strVal val="#ppt_w"/>
                                          </p:val>
                                        </p:tav>
                                      </p:tavLst>
                                    </p:anim>
                                    <p:anim calcmode="lin" valueType="num">
                                      <p:cBhvr>
                                        <p:cTn id="111" dur="520" decel="100000" fill="hold"/>
                                        <p:tgtEl>
                                          <p:spTgt spid="24"/>
                                        </p:tgtEl>
                                        <p:attrNameLst>
                                          <p:attrName>ppt_h</p:attrName>
                                        </p:attrNameLst>
                                      </p:cBhvr>
                                      <p:tavLst>
                                        <p:tav tm="0">
                                          <p:val>
                                            <p:fltVal val="0"/>
                                          </p:val>
                                        </p:tav>
                                        <p:tav tm="100000">
                                          <p:val>
                                            <p:strVal val="#ppt_h"/>
                                          </p:val>
                                        </p:tav>
                                      </p:tavLst>
                                    </p:anim>
                                    <p:animEffect transition="in" filter="fade">
                                      <p:cBhvr>
                                        <p:cTn id="112" dur="520"/>
                                        <p:tgtEl>
                                          <p:spTgt spid="24"/>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 calcmode="lin" valueType="num">
                                      <p:cBhvr>
                                        <p:cTn id="115" dur="520" decel="100000" fill="hold"/>
                                        <p:tgtEl>
                                          <p:spTgt spid="25"/>
                                        </p:tgtEl>
                                        <p:attrNameLst>
                                          <p:attrName>ppt_w</p:attrName>
                                        </p:attrNameLst>
                                      </p:cBhvr>
                                      <p:tavLst>
                                        <p:tav tm="0">
                                          <p:val>
                                            <p:fltVal val="0"/>
                                          </p:val>
                                        </p:tav>
                                        <p:tav tm="100000">
                                          <p:val>
                                            <p:strVal val="#ppt_w"/>
                                          </p:val>
                                        </p:tav>
                                      </p:tavLst>
                                    </p:anim>
                                    <p:anim calcmode="lin" valueType="num">
                                      <p:cBhvr>
                                        <p:cTn id="116" dur="520" decel="100000" fill="hold"/>
                                        <p:tgtEl>
                                          <p:spTgt spid="25"/>
                                        </p:tgtEl>
                                        <p:attrNameLst>
                                          <p:attrName>ppt_h</p:attrName>
                                        </p:attrNameLst>
                                      </p:cBhvr>
                                      <p:tavLst>
                                        <p:tav tm="0">
                                          <p:val>
                                            <p:fltVal val="0"/>
                                          </p:val>
                                        </p:tav>
                                        <p:tav tm="100000">
                                          <p:val>
                                            <p:strVal val="#ppt_h"/>
                                          </p:val>
                                        </p:tav>
                                      </p:tavLst>
                                    </p:anim>
                                    <p:animEffect transition="in" filter="fade">
                                      <p:cBhvr>
                                        <p:cTn id="117" dur="520"/>
                                        <p:tgtEl>
                                          <p:spTgt spid="25"/>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26"/>
                                        </p:tgtEl>
                                        <p:attrNameLst>
                                          <p:attrName>style.visibility</p:attrName>
                                        </p:attrNameLst>
                                      </p:cBhvr>
                                      <p:to>
                                        <p:strVal val="visible"/>
                                      </p:to>
                                    </p:set>
                                    <p:anim calcmode="lin" valueType="num">
                                      <p:cBhvr>
                                        <p:cTn id="120" dur="520" decel="100000" fill="hold"/>
                                        <p:tgtEl>
                                          <p:spTgt spid="26"/>
                                        </p:tgtEl>
                                        <p:attrNameLst>
                                          <p:attrName>ppt_w</p:attrName>
                                        </p:attrNameLst>
                                      </p:cBhvr>
                                      <p:tavLst>
                                        <p:tav tm="0">
                                          <p:val>
                                            <p:fltVal val="0"/>
                                          </p:val>
                                        </p:tav>
                                        <p:tav tm="100000">
                                          <p:val>
                                            <p:strVal val="#ppt_w"/>
                                          </p:val>
                                        </p:tav>
                                      </p:tavLst>
                                    </p:anim>
                                    <p:anim calcmode="lin" valueType="num">
                                      <p:cBhvr>
                                        <p:cTn id="121" dur="520" decel="100000" fill="hold"/>
                                        <p:tgtEl>
                                          <p:spTgt spid="26"/>
                                        </p:tgtEl>
                                        <p:attrNameLst>
                                          <p:attrName>ppt_h</p:attrName>
                                        </p:attrNameLst>
                                      </p:cBhvr>
                                      <p:tavLst>
                                        <p:tav tm="0">
                                          <p:val>
                                            <p:fltVal val="0"/>
                                          </p:val>
                                        </p:tav>
                                        <p:tav tm="100000">
                                          <p:val>
                                            <p:strVal val="#ppt_h"/>
                                          </p:val>
                                        </p:tav>
                                      </p:tavLst>
                                    </p:anim>
                                    <p:animEffect transition="in" filter="fade">
                                      <p:cBhvr>
                                        <p:cTn id="122" dur="520"/>
                                        <p:tgtEl>
                                          <p:spTgt spid="26"/>
                                        </p:tgtEl>
                                      </p:cBhvr>
                                    </p:animEffect>
                                  </p:childTnLst>
                                </p:cTn>
                              </p:par>
                              <p:par>
                                <p:cTn id="123" presetID="53" presetClass="entr" presetSubtype="16" fill="hold" grpId="0" nodeType="withEffect">
                                  <p:stCondLst>
                                    <p:cond delay="0"/>
                                  </p:stCondLst>
                                  <p:childTnLst>
                                    <p:set>
                                      <p:cBhvr>
                                        <p:cTn id="124" dur="1" fill="hold">
                                          <p:stCondLst>
                                            <p:cond delay="0"/>
                                          </p:stCondLst>
                                        </p:cTn>
                                        <p:tgtEl>
                                          <p:spTgt spid="27"/>
                                        </p:tgtEl>
                                        <p:attrNameLst>
                                          <p:attrName>style.visibility</p:attrName>
                                        </p:attrNameLst>
                                      </p:cBhvr>
                                      <p:to>
                                        <p:strVal val="visible"/>
                                      </p:to>
                                    </p:set>
                                    <p:anim calcmode="lin" valueType="num">
                                      <p:cBhvr>
                                        <p:cTn id="125" dur="520" decel="100000" fill="hold"/>
                                        <p:tgtEl>
                                          <p:spTgt spid="27"/>
                                        </p:tgtEl>
                                        <p:attrNameLst>
                                          <p:attrName>ppt_w</p:attrName>
                                        </p:attrNameLst>
                                      </p:cBhvr>
                                      <p:tavLst>
                                        <p:tav tm="0">
                                          <p:val>
                                            <p:fltVal val="0"/>
                                          </p:val>
                                        </p:tav>
                                        <p:tav tm="100000">
                                          <p:val>
                                            <p:strVal val="#ppt_w"/>
                                          </p:val>
                                        </p:tav>
                                      </p:tavLst>
                                    </p:anim>
                                    <p:anim calcmode="lin" valueType="num">
                                      <p:cBhvr>
                                        <p:cTn id="126" dur="520" decel="100000" fill="hold"/>
                                        <p:tgtEl>
                                          <p:spTgt spid="27"/>
                                        </p:tgtEl>
                                        <p:attrNameLst>
                                          <p:attrName>ppt_h</p:attrName>
                                        </p:attrNameLst>
                                      </p:cBhvr>
                                      <p:tavLst>
                                        <p:tav tm="0">
                                          <p:val>
                                            <p:fltVal val="0"/>
                                          </p:val>
                                        </p:tav>
                                        <p:tav tm="100000">
                                          <p:val>
                                            <p:strVal val="#ppt_h"/>
                                          </p:val>
                                        </p:tav>
                                      </p:tavLst>
                                    </p:anim>
                                    <p:animEffect transition="in" filter="fade">
                                      <p:cBhvr>
                                        <p:cTn id="127" dur="520"/>
                                        <p:tgtEl>
                                          <p:spTgt spid="27"/>
                                        </p:tgtEl>
                                      </p:cBhvr>
                                    </p:animEffect>
                                  </p:childTnLst>
                                </p:cTn>
                              </p:par>
                            </p:childTnLst>
                          </p:cTn>
                        </p:par>
                        <p:par>
                          <p:cTn id="210" fill="hold">
                            <p:stCondLst>
                              <p:cond delay="2660"/>
                            </p:stCondLst>
                            <p:childTnLst>
                              <p:par>
                                <p:cTn id="128" presetID="42" presetClass="entr" presetSubtype="0" fill="hold" grpId="0" nodeType="afterEffect">
                                  <p:stCondLst>
                                    <p:cond delay="0"/>
                                  </p:stCondLst>
                                  <p:childTnLst>
                                    <p:set>
                                      <p:cBhvr>
                                        <p:cTn id="129" dur="1" fill="hold">
                                          <p:stCondLst>
                                            <p:cond delay="0"/>
                                          </p:stCondLst>
                                        </p:cTn>
                                        <p:tgtEl>
                                          <p:spTgt spid="30"/>
                                        </p:tgtEl>
                                        <p:attrNameLst>
                                          <p:attrName>style.visibility</p:attrName>
                                        </p:attrNameLst>
                                      </p:cBhvr>
                                      <p:to>
                                        <p:strVal val="visible"/>
                                      </p:to>
                                    </p:set>
                                    <p:anim calcmode="lin" valueType="num">
                                      <p:cBhvr additive="base">
                                        <p:cTn id="130" dur="520" decel="100000" fill="hold"/>
                                        <p:tgtEl>
                                          <p:spTgt spid="30"/>
                                        </p:tgtEl>
                                        <p:attrNameLst>
                                          <p:attrName>ppt_x</p:attrName>
                                        </p:attrNameLst>
                                      </p:cBhvr>
                                      <p:tavLst>
                                        <p:tav tm="0">
                                          <p:val>
                                            <p:strVal val="#ppt_x"/>
                                          </p:val>
                                        </p:tav>
                                        <p:tav tm="100000">
                                          <p:val>
                                            <p:strVal val="#ppt_x"/>
                                          </p:val>
                                        </p:tav>
                                      </p:tavLst>
                                    </p:anim>
                                    <p:anim calcmode="lin" valueType="num">
                                      <p:cBhvr additive="base">
                                        <p:cTn id="131" dur="520" decel="100000" fill="hold"/>
                                        <p:tgtEl>
                                          <p:spTgt spid="30"/>
                                        </p:tgtEl>
                                        <p:attrNameLst>
                                          <p:attrName>ppt_y</p:attrName>
                                        </p:attrNameLst>
                                      </p:cBhvr>
                                      <p:tavLst>
                                        <p:tav tm="0">
                                          <p:val>
                                            <p:strVal val="#ppt_y+0.15"/>
                                          </p:val>
                                        </p:tav>
                                        <p:tav tm="100000">
                                          <p:val>
                                            <p:strVal val="#ppt_y"/>
                                          </p:val>
                                        </p:tav>
                                      </p:tavLst>
                                    </p:anim>
                                    <p:animEffect transition="in" filter="fade">
                                      <p:cBhvr>
                                        <p:cTn id="132" dur="520"/>
                                        <p:tgtEl>
                                          <p:spTgt spid="30"/>
                                        </p:tgtEl>
                                      </p:cBhvr>
                                    </p:animEffect>
                                  </p:childTnLst>
                                </p:cTn>
                              </p:par>
                              <p:par>
                                <p:cTn id="133" presetID="42" presetClass="entr" presetSubtype="0" fill="hold" grpId="0" nodeType="withEffect">
                                  <p:stCondLst>
                                    <p:cond delay="0"/>
                                  </p:stCondLst>
                                  <p:childTnLst>
                                    <p:set>
                                      <p:cBhvr>
                                        <p:cTn id="134" dur="1" fill="hold">
                                          <p:stCondLst>
                                            <p:cond delay="0"/>
                                          </p:stCondLst>
                                        </p:cTn>
                                        <p:tgtEl>
                                          <p:spTgt spid="31"/>
                                        </p:tgtEl>
                                        <p:attrNameLst>
                                          <p:attrName>style.visibility</p:attrName>
                                        </p:attrNameLst>
                                      </p:cBhvr>
                                      <p:to>
                                        <p:strVal val="visible"/>
                                      </p:to>
                                    </p:set>
                                    <p:anim calcmode="lin" valueType="num">
                                      <p:cBhvr additive="base">
                                        <p:cTn id="135" dur="520" decel="100000" fill="hold"/>
                                        <p:tgtEl>
                                          <p:spTgt spid="31"/>
                                        </p:tgtEl>
                                        <p:attrNameLst>
                                          <p:attrName>ppt_x</p:attrName>
                                        </p:attrNameLst>
                                      </p:cBhvr>
                                      <p:tavLst>
                                        <p:tav tm="0">
                                          <p:val>
                                            <p:strVal val="#ppt_x"/>
                                          </p:val>
                                        </p:tav>
                                        <p:tav tm="100000">
                                          <p:val>
                                            <p:strVal val="#ppt_x"/>
                                          </p:val>
                                        </p:tav>
                                      </p:tavLst>
                                    </p:anim>
                                    <p:anim calcmode="lin" valueType="num">
                                      <p:cBhvr additive="base">
                                        <p:cTn id="136" dur="520" decel="100000" fill="hold"/>
                                        <p:tgtEl>
                                          <p:spTgt spid="31"/>
                                        </p:tgtEl>
                                        <p:attrNameLst>
                                          <p:attrName>ppt_y</p:attrName>
                                        </p:attrNameLst>
                                      </p:cBhvr>
                                      <p:tavLst>
                                        <p:tav tm="0">
                                          <p:val>
                                            <p:strVal val="#ppt_y+0.15"/>
                                          </p:val>
                                        </p:tav>
                                        <p:tav tm="100000">
                                          <p:val>
                                            <p:strVal val="#ppt_y"/>
                                          </p:val>
                                        </p:tav>
                                      </p:tavLst>
                                    </p:anim>
                                    <p:animEffect transition="in" filter="fade">
                                      <p:cBhvr>
                                        <p:cTn id="137" dur="520"/>
                                        <p:tgtEl>
                                          <p:spTgt spid="31"/>
                                        </p:tgtEl>
                                      </p:cBhvr>
                                    </p:animEffect>
                                  </p:childTnLst>
                                </p:cTn>
                              </p:par>
                              <p:par>
                                <p:cTn id="138" presetID="42" presetClass="entr" presetSubtype="0" fill="hold" grpId="0" nodeType="withEffect">
                                  <p:stCondLst>
                                    <p:cond delay="0"/>
                                  </p:stCondLst>
                                  <p:childTnLst>
                                    <p:set>
                                      <p:cBhvr>
                                        <p:cTn id="139" dur="1" fill="hold">
                                          <p:stCondLst>
                                            <p:cond delay="0"/>
                                          </p:stCondLst>
                                        </p:cTn>
                                        <p:tgtEl>
                                          <p:spTgt spid="32"/>
                                        </p:tgtEl>
                                        <p:attrNameLst>
                                          <p:attrName>style.visibility</p:attrName>
                                        </p:attrNameLst>
                                      </p:cBhvr>
                                      <p:to>
                                        <p:strVal val="visible"/>
                                      </p:to>
                                    </p:set>
                                    <p:anim calcmode="lin" valueType="num">
                                      <p:cBhvr additive="base">
                                        <p:cTn id="140" dur="520" decel="100000" fill="hold"/>
                                        <p:tgtEl>
                                          <p:spTgt spid="32"/>
                                        </p:tgtEl>
                                        <p:attrNameLst>
                                          <p:attrName>ppt_x</p:attrName>
                                        </p:attrNameLst>
                                      </p:cBhvr>
                                      <p:tavLst>
                                        <p:tav tm="0">
                                          <p:val>
                                            <p:strVal val="#ppt_x"/>
                                          </p:val>
                                        </p:tav>
                                        <p:tav tm="100000">
                                          <p:val>
                                            <p:strVal val="#ppt_x"/>
                                          </p:val>
                                        </p:tav>
                                      </p:tavLst>
                                    </p:anim>
                                    <p:anim calcmode="lin" valueType="num">
                                      <p:cBhvr additive="base">
                                        <p:cTn id="141" dur="520" decel="100000" fill="hold"/>
                                        <p:tgtEl>
                                          <p:spTgt spid="32"/>
                                        </p:tgtEl>
                                        <p:attrNameLst>
                                          <p:attrName>ppt_y</p:attrName>
                                        </p:attrNameLst>
                                      </p:cBhvr>
                                      <p:tavLst>
                                        <p:tav tm="0">
                                          <p:val>
                                            <p:strVal val="#ppt_y+0.15"/>
                                          </p:val>
                                        </p:tav>
                                        <p:tav tm="100000">
                                          <p:val>
                                            <p:strVal val="#ppt_y"/>
                                          </p:val>
                                        </p:tav>
                                      </p:tavLst>
                                    </p:anim>
                                    <p:animEffect transition="in" filter="fade">
                                      <p:cBhvr>
                                        <p:cTn id="142" dur="520"/>
                                        <p:tgtEl>
                                          <p:spTgt spid="32"/>
                                        </p:tgtEl>
                                      </p:cBhvr>
                                    </p:animEffect>
                                  </p:childTnLst>
                                </p:cTn>
                              </p:par>
                              <p:par>
                                <p:cTn id="143" presetID="42" presetClass="entr" presetSubtype="0" fill="hold" grpId="0" nodeType="withEffect">
                                  <p:stCondLst>
                                    <p:cond delay="0"/>
                                  </p:stCondLst>
                                  <p:childTnLst>
                                    <p:set>
                                      <p:cBhvr>
                                        <p:cTn id="144" dur="1" fill="hold">
                                          <p:stCondLst>
                                            <p:cond delay="0"/>
                                          </p:stCondLst>
                                        </p:cTn>
                                        <p:tgtEl>
                                          <p:spTgt spid="33"/>
                                        </p:tgtEl>
                                        <p:attrNameLst>
                                          <p:attrName>style.visibility</p:attrName>
                                        </p:attrNameLst>
                                      </p:cBhvr>
                                      <p:to>
                                        <p:strVal val="visible"/>
                                      </p:to>
                                    </p:set>
                                    <p:anim calcmode="lin" valueType="num">
                                      <p:cBhvr additive="base">
                                        <p:cTn id="145" dur="520" decel="100000" fill="hold"/>
                                        <p:tgtEl>
                                          <p:spTgt spid="33"/>
                                        </p:tgtEl>
                                        <p:attrNameLst>
                                          <p:attrName>ppt_x</p:attrName>
                                        </p:attrNameLst>
                                      </p:cBhvr>
                                      <p:tavLst>
                                        <p:tav tm="0">
                                          <p:val>
                                            <p:strVal val="#ppt_x"/>
                                          </p:val>
                                        </p:tav>
                                        <p:tav tm="100000">
                                          <p:val>
                                            <p:strVal val="#ppt_x"/>
                                          </p:val>
                                        </p:tav>
                                      </p:tavLst>
                                    </p:anim>
                                    <p:anim calcmode="lin" valueType="num">
                                      <p:cBhvr additive="base">
                                        <p:cTn id="146" dur="520" decel="100000" fill="hold"/>
                                        <p:tgtEl>
                                          <p:spTgt spid="33"/>
                                        </p:tgtEl>
                                        <p:attrNameLst>
                                          <p:attrName>ppt_y</p:attrName>
                                        </p:attrNameLst>
                                      </p:cBhvr>
                                      <p:tavLst>
                                        <p:tav tm="0">
                                          <p:val>
                                            <p:strVal val="#ppt_y+0.15"/>
                                          </p:val>
                                        </p:tav>
                                        <p:tav tm="100000">
                                          <p:val>
                                            <p:strVal val="#ppt_y"/>
                                          </p:val>
                                        </p:tav>
                                      </p:tavLst>
                                    </p:anim>
                                    <p:animEffect transition="in" filter="fade">
                                      <p:cBhvr>
                                        <p:cTn id="147" dur="520"/>
                                        <p:tgtEl>
                                          <p:spTgt spid="33"/>
                                        </p:tgtEl>
                                      </p:cBhvr>
                                    </p:animEffect>
                                  </p:childTnLst>
                                </p:cTn>
                              </p:par>
                              <p:par>
                                <p:cTn id="148" presetID="42" presetClass="entr" presetSubtype="0" fill="hold" grpId="0" nodeType="withEffect">
                                  <p:stCondLst>
                                    <p:cond delay="0"/>
                                  </p:stCondLst>
                                  <p:childTnLst>
                                    <p:set>
                                      <p:cBhvr>
                                        <p:cTn id="149" dur="1" fill="hold">
                                          <p:stCondLst>
                                            <p:cond delay="0"/>
                                          </p:stCondLst>
                                        </p:cTn>
                                        <p:tgtEl>
                                          <p:spTgt spid="34"/>
                                        </p:tgtEl>
                                        <p:attrNameLst>
                                          <p:attrName>style.visibility</p:attrName>
                                        </p:attrNameLst>
                                      </p:cBhvr>
                                      <p:to>
                                        <p:strVal val="visible"/>
                                      </p:to>
                                    </p:set>
                                    <p:anim calcmode="lin" valueType="num">
                                      <p:cBhvr additive="base">
                                        <p:cTn id="150" dur="520" decel="100000" fill="hold"/>
                                        <p:tgtEl>
                                          <p:spTgt spid="34"/>
                                        </p:tgtEl>
                                        <p:attrNameLst>
                                          <p:attrName>ppt_x</p:attrName>
                                        </p:attrNameLst>
                                      </p:cBhvr>
                                      <p:tavLst>
                                        <p:tav tm="0">
                                          <p:val>
                                            <p:strVal val="#ppt_x"/>
                                          </p:val>
                                        </p:tav>
                                        <p:tav tm="100000">
                                          <p:val>
                                            <p:strVal val="#ppt_x"/>
                                          </p:val>
                                        </p:tav>
                                      </p:tavLst>
                                    </p:anim>
                                    <p:anim calcmode="lin" valueType="num">
                                      <p:cBhvr additive="base">
                                        <p:cTn id="151" dur="520" decel="100000" fill="hold"/>
                                        <p:tgtEl>
                                          <p:spTgt spid="34"/>
                                        </p:tgtEl>
                                        <p:attrNameLst>
                                          <p:attrName>ppt_y</p:attrName>
                                        </p:attrNameLst>
                                      </p:cBhvr>
                                      <p:tavLst>
                                        <p:tav tm="0">
                                          <p:val>
                                            <p:strVal val="#ppt_y+0.15"/>
                                          </p:val>
                                        </p:tav>
                                        <p:tav tm="100000">
                                          <p:val>
                                            <p:strVal val="#ppt_y"/>
                                          </p:val>
                                        </p:tav>
                                      </p:tavLst>
                                    </p:anim>
                                    <p:animEffect transition="in" filter="fade">
                                      <p:cBhvr>
                                        <p:cTn id="152" dur="520"/>
                                        <p:tgtEl>
                                          <p:spTgt spid="34"/>
                                        </p:tgtEl>
                                      </p:cBhvr>
                                    </p:animEffect>
                                  </p:childTnLst>
                                </p:cTn>
                              </p:par>
                            </p:childTnLst>
                          </p:cTn>
                        </p:par>
                        <p:par>
                          <p:cTn id="211" fill="hold">
                            <p:stCondLst>
                              <p:cond delay="3040"/>
                            </p:stCondLst>
                            <p:childTnLst>
                              <p:par>
                                <p:cTn id="153" presetID="42" presetClass="entr" presetSubtype="0" fill="hold" grpId="0" nodeType="afterEffect">
                                  <p:stCondLst>
                                    <p:cond delay="0"/>
                                  </p:stCondLst>
                                  <p:childTnLst>
                                    <p:set>
                                      <p:cBhvr>
                                        <p:cTn id="154" dur="1" fill="hold">
                                          <p:stCondLst>
                                            <p:cond delay="0"/>
                                          </p:stCondLst>
                                        </p:cTn>
                                        <p:tgtEl>
                                          <p:spTgt spid="35"/>
                                        </p:tgtEl>
                                        <p:attrNameLst>
                                          <p:attrName>style.visibility</p:attrName>
                                        </p:attrNameLst>
                                      </p:cBhvr>
                                      <p:to>
                                        <p:strVal val="visible"/>
                                      </p:to>
                                    </p:set>
                                    <p:anim calcmode="lin" valueType="num">
                                      <p:cBhvr additive="base">
                                        <p:cTn id="155" dur="520" decel="100000" fill="hold"/>
                                        <p:tgtEl>
                                          <p:spTgt spid="35"/>
                                        </p:tgtEl>
                                        <p:attrNameLst>
                                          <p:attrName>ppt_x</p:attrName>
                                        </p:attrNameLst>
                                      </p:cBhvr>
                                      <p:tavLst>
                                        <p:tav tm="0">
                                          <p:val>
                                            <p:strVal val="#ppt_x"/>
                                          </p:val>
                                        </p:tav>
                                        <p:tav tm="100000">
                                          <p:val>
                                            <p:strVal val="#ppt_x"/>
                                          </p:val>
                                        </p:tav>
                                      </p:tavLst>
                                    </p:anim>
                                    <p:anim calcmode="lin" valueType="num">
                                      <p:cBhvr additive="base">
                                        <p:cTn id="156" dur="520" decel="100000" fill="hold"/>
                                        <p:tgtEl>
                                          <p:spTgt spid="35"/>
                                        </p:tgtEl>
                                        <p:attrNameLst>
                                          <p:attrName>ppt_y</p:attrName>
                                        </p:attrNameLst>
                                      </p:cBhvr>
                                      <p:tavLst>
                                        <p:tav tm="0">
                                          <p:val>
                                            <p:strVal val="#ppt_y+0.15"/>
                                          </p:val>
                                        </p:tav>
                                        <p:tav tm="100000">
                                          <p:val>
                                            <p:strVal val="#ppt_y"/>
                                          </p:val>
                                        </p:tav>
                                      </p:tavLst>
                                    </p:anim>
                                    <p:animEffect transition="in" filter="fade">
                                      <p:cBhvr>
                                        <p:cTn id="157" dur="520"/>
                                        <p:tgtEl>
                                          <p:spTgt spid="35"/>
                                        </p:tgtEl>
                                      </p:cBhvr>
                                    </p:animEffect>
                                  </p:childTnLst>
                                </p:cTn>
                              </p:par>
                              <p:par>
                                <p:cTn id="158" presetID="42" presetClass="entr" presetSubtype="0" fill="hold" grpId="0" nodeType="withEffect">
                                  <p:stCondLst>
                                    <p:cond delay="0"/>
                                  </p:stCondLst>
                                  <p:childTnLst>
                                    <p:set>
                                      <p:cBhvr>
                                        <p:cTn id="159" dur="1" fill="hold">
                                          <p:stCondLst>
                                            <p:cond delay="0"/>
                                          </p:stCondLst>
                                        </p:cTn>
                                        <p:tgtEl>
                                          <p:spTgt spid="36"/>
                                        </p:tgtEl>
                                        <p:attrNameLst>
                                          <p:attrName>style.visibility</p:attrName>
                                        </p:attrNameLst>
                                      </p:cBhvr>
                                      <p:to>
                                        <p:strVal val="visible"/>
                                      </p:to>
                                    </p:set>
                                    <p:anim calcmode="lin" valueType="num">
                                      <p:cBhvr additive="base">
                                        <p:cTn id="160" dur="520" decel="100000" fill="hold"/>
                                        <p:tgtEl>
                                          <p:spTgt spid="36"/>
                                        </p:tgtEl>
                                        <p:attrNameLst>
                                          <p:attrName>ppt_x</p:attrName>
                                        </p:attrNameLst>
                                      </p:cBhvr>
                                      <p:tavLst>
                                        <p:tav tm="0">
                                          <p:val>
                                            <p:strVal val="#ppt_x"/>
                                          </p:val>
                                        </p:tav>
                                        <p:tav tm="100000">
                                          <p:val>
                                            <p:strVal val="#ppt_x"/>
                                          </p:val>
                                        </p:tav>
                                      </p:tavLst>
                                    </p:anim>
                                    <p:anim calcmode="lin" valueType="num">
                                      <p:cBhvr additive="base">
                                        <p:cTn id="161" dur="520" decel="100000" fill="hold"/>
                                        <p:tgtEl>
                                          <p:spTgt spid="36"/>
                                        </p:tgtEl>
                                        <p:attrNameLst>
                                          <p:attrName>ppt_y</p:attrName>
                                        </p:attrNameLst>
                                      </p:cBhvr>
                                      <p:tavLst>
                                        <p:tav tm="0">
                                          <p:val>
                                            <p:strVal val="#ppt_y+0.15"/>
                                          </p:val>
                                        </p:tav>
                                        <p:tav tm="100000">
                                          <p:val>
                                            <p:strVal val="#ppt_y"/>
                                          </p:val>
                                        </p:tav>
                                      </p:tavLst>
                                    </p:anim>
                                    <p:animEffect transition="in" filter="fade">
                                      <p:cBhvr>
                                        <p:cTn id="162" dur="520"/>
                                        <p:tgtEl>
                                          <p:spTgt spid="36"/>
                                        </p:tgtEl>
                                      </p:cBhvr>
                                    </p:animEffect>
                                  </p:childTnLst>
                                </p:cTn>
                              </p:par>
                              <p:par>
                                <p:cTn id="163" presetID="42" presetClass="entr" presetSubtype="0" fill="hold" grpId="0" nodeType="withEffect">
                                  <p:stCondLst>
                                    <p:cond delay="0"/>
                                  </p:stCondLst>
                                  <p:childTnLst>
                                    <p:set>
                                      <p:cBhvr>
                                        <p:cTn id="164" dur="1" fill="hold">
                                          <p:stCondLst>
                                            <p:cond delay="0"/>
                                          </p:stCondLst>
                                        </p:cTn>
                                        <p:tgtEl>
                                          <p:spTgt spid="37"/>
                                        </p:tgtEl>
                                        <p:attrNameLst>
                                          <p:attrName>style.visibility</p:attrName>
                                        </p:attrNameLst>
                                      </p:cBhvr>
                                      <p:to>
                                        <p:strVal val="visible"/>
                                      </p:to>
                                    </p:set>
                                    <p:anim calcmode="lin" valueType="num">
                                      <p:cBhvr additive="base">
                                        <p:cTn id="165" dur="520" decel="100000" fill="hold"/>
                                        <p:tgtEl>
                                          <p:spTgt spid="37"/>
                                        </p:tgtEl>
                                        <p:attrNameLst>
                                          <p:attrName>ppt_x</p:attrName>
                                        </p:attrNameLst>
                                      </p:cBhvr>
                                      <p:tavLst>
                                        <p:tav tm="0">
                                          <p:val>
                                            <p:strVal val="#ppt_x"/>
                                          </p:val>
                                        </p:tav>
                                        <p:tav tm="100000">
                                          <p:val>
                                            <p:strVal val="#ppt_x"/>
                                          </p:val>
                                        </p:tav>
                                      </p:tavLst>
                                    </p:anim>
                                    <p:anim calcmode="lin" valueType="num">
                                      <p:cBhvr additive="base">
                                        <p:cTn id="166" dur="520" decel="100000" fill="hold"/>
                                        <p:tgtEl>
                                          <p:spTgt spid="37"/>
                                        </p:tgtEl>
                                        <p:attrNameLst>
                                          <p:attrName>ppt_y</p:attrName>
                                        </p:attrNameLst>
                                      </p:cBhvr>
                                      <p:tavLst>
                                        <p:tav tm="0">
                                          <p:val>
                                            <p:strVal val="#ppt_y+0.15"/>
                                          </p:val>
                                        </p:tav>
                                        <p:tav tm="100000">
                                          <p:val>
                                            <p:strVal val="#ppt_y"/>
                                          </p:val>
                                        </p:tav>
                                      </p:tavLst>
                                    </p:anim>
                                    <p:animEffect transition="in" filter="fade">
                                      <p:cBhvr>
                                        <p:cTn id="167" dur="520"/>
                                        <p:tgtEl>
                                          <p:spTgt spid="37"/>
                                        </p:tgtEl>
                                      </p:cBhvr>
                                    </p:animEffect>
                                  </p:childTnLst>
                                </p:cTn>
                              </p:par>
                              <p:par>
                                <p:cTn id="168" presetID="42" presetClass="entr" presetSubtype="0" fill="hold" grpId="0" nodeType="withEffect">
                                  <p:stCondLst>
                                    <p:cond delay="0"/>
                                  </p:stCondLst>
                                  <p:childTnLst>
                                    <p:set>
                                      <p:cBhvr>
                                        <p:cTn id="169" dur="1" fill="hold">
                                          <p:stCondLst>
                                            <p:cond delay="0"/>
                                          </p:stCondLst>
                                        </p:cTn>
                                        <p:tgtEl>
                                          <p:spTgt spid="38"/>
                                        </p:tgtEl>
                                        <p:attrNameLst>
                                          <p:attrName>style.visibility</p:attrName>
                                        </p:attrNameLst>
                                      </p:cBhvr>
                                      <p:to>
                                        <p:strVal val="visible"/>
                                      </p:to>
                                    </p:set>
                                    <p:anim calcmode="lin" valueType="num">
                                      <p:cBhvr additive="base">
                                        <p:cTn id="170" dur="520" decel="100000" fill="hold"/>
                                        <p:tgtEl>
                                          <p:spTgt spid="38"/>
                                        </p:tgtEl>
                                        <p:attrNameLst>
                                          <p:attrName>ppt_x</p:attrName>
                                        </p:attrNameLst>
                                      </p:cBhvr>
                                      <p:tavLst>
                                        <p:tav tm="0">
                                          <p:val>
                                            <p:strVal val="#ppt_x"/>
                                          </p:val>
                                        </p:tav>
                                        <p:tav tm="100000">
                                          <p:val>
                                            <p:strVal val="#ppt_x"/>
                                          </p:val>
                                        </p:tav>
                                      </p:tavLst>
                                    </p:anim>
                                    <p:anim calcmode="lin" valueType="num">
                                      <p:cBhvr additive="base">
                                        <p:cTn id="171" dur="520" decel="100000" fill="hold"/>
                                        <p:tgtEl>
                                          <p:spTgt spid="38"/>
                                        </p:tgtEl>
                                        <p:attrNameLst>
                                          <p:attrName>ppt_y</p:attrName>
                                        </p:attrNameLst>
                                      </p:cBhvr>
                                      <p:tavLst>
                                        <p:tav tm="0">
                                          <p:val>
                                            <p:strVal val="#ppt_y+0.15"/>
                                          </p:val>
                                        </p:tav>
                                        <p:tav tm="100000">
                                          <p:val>
                                            <p:strVal val="#ppt_y"/>
                                          </p:val>
                                        </p:tav>
                                      </p:tavLst>
                                    </p:anim>
                                    <p:animEffect transition="in" filter="fade">
                                      <p:cBhvr>
                                        <p:cTn id="172" dur="520"/>
                                        <p:tgtEl>
                                          <p:spTgt spid="38"/>
                                        </p:tgtEl>
                                      </p:cBhvr>
                                    </p:animEffect>
                                  </p:childTnLst>
                                </p:cTn>
                              </p:par>
                              <p:par>
                                <p:cTn id="173" presetID="42" presetClass="entr" presetSubtype="0" fill="hold" grpId="0" nodeType="withEffect">
                                  <p:stCondLst>
                                    <p:cond delay="0"/>
                                  </p:stCondLst>
                                  <p:childTnLst>
                                    <p:set>
                                      <p:cBhvr>
                                        <p:cTn id="174" dur="1" fill="hold">
                                          <p:stCondLst>
                                            <p:cond delay="0"/>
                                          </p:stCondLst>
                                        </p:cTn>
                                        <p:tgtEl>
                                          <p:spTgt spid="39"/>
                                        </p:tgtEl>
                                        <p:attrNameLst>
                                          <p:attrName>style.visibility</p:attrName>
                                        </p:attrNameLst>
                                      </p:cBhvr>
                                      <p:to>
                                        <p:strVal val="visible"/>
                                      </p:to>
                                    </p:set>
                                    <p:anim calcmode="lin" valueType="num">
                                      <p:cBhvr additive="base">
                                        <p:cTn id="175" dur="520" decel="100000" fill="hold"/>
                                        <p:tgtEl>
                                          <p:spTgt spid="39"/>
                                        </p:tgtEl>
                                        <p:attrNameLst>
                                          <p:attrName>ppt_x</p:attrName>
                                        </p:attrNameLst>
                                      </p:cBhvr>
                                      <p:tavLst>
                                        <p:tav tm="0">
                                          <p:val>
                                            <p:strVal val="#ppt_x"/>
                                          </p:val>
                                        </p:tav>
                                        <p:tav tm="100000">
                                          <p:val>
                                            <p:strVal val="#ppt_x"/>
                                          </p:val>
                                        </p:tav>
                                      </p:tavLst>
                                    </p:anim>
                                    <p:anim calcmode="lin" valueType="num">
                                      <p:cBhvr additive="base">
                                        <p:cTn id="176" dur="520" decel="100000" fill="hold"/>
                                        <p:tgtEl>
                                          <p:spTgt spid="39"/>
                                        </p:tgtEl>
                                        <p:attrNameLst>
                                          <p:attrName>ppt_y</p:attrName>
                                        </p:attrNameLst>
                                      </p:cBhvr>
                                      <p:tavLst>
                                        <p:tav tm="0">
                                          <p:val>
                                            <p:strVal val="#ppt_y+0.15"/>
                                          </p:val>
                                        </p:tav>
                                        <p:tav tm="100000">
                                          <p:val>
                                            <p:strVal val="#ppt_y"/>
                                          </p:val>
                                        </p:tav>
                                      </p:tavLst>
                                    </p:anim>
                                    <p:animEffect transition="in" filter="fade">
                                      <p:cBhvr>
                                        <p:cTn id="177" dur="520"/>
                                        <p:tgtEl>
                                          <p:spTgt spid="39"/>
                                        </p:tgtEl>
                                      </p:cBhvr>
                                    </p:animEffect>
                                  </p:childTnLst>
                                </p:cTn>
                              </p:par>
                            </p:childTnLst>
                          </p:cTn>
                        </p:par>
                        <p:par>
                          <p:cTn id="212" fill="hold">
                            <p:stCondLst>
                              <p:cond delay="3420"/>
                            </p:stCondLst>
                            <p:childTnLst>
                              <p:par>
                                <p:cTn id="178" presetID="42" presetClass="entr" presetSubtype="0" fill="hold" grpId="0" nodeType="afterEffect">
                                  <p:stCondLst>
                                    <p:cond delay="0"/>
                                  </p:stCondLst>
                                  <p:childTnLst>
                                    <p:set>
                                      <p:cBhvr>
                                        <p:cTn id="179" dur="1" fill="hold">
                                          <p:stCondLst>
                                            <p:cond delay="0"/>
                                          </p:stCondLst>
                                        </p:cTn>
                                        <p:tgtEl>
                                          <p:spTgt spid="40"/>
                                        </p:tgtEl>
                                        <p:attrNameLst>
                                          <p:attrName>style.visibility</p:attrName>
                                        </p:attrNameLst>
                                      </p:cBhvr>
                                      <p:to>
                                        <p:strVal val="visible"/>
                                      </p:to>
                                    </p:set>
                                    <p:anim calcmode="lin" valueType="num">
                                      <p:cBhvr additive="base">
                                        <p:cTn id="180" dur="520" decel="100000" fill="hold"/>
                                        <p:tgtEl>
                                          <p:spTgt spid="40"/>
                                        </p:tgtEl>
                                        <p:attrNameLst>
                                          <p:attrName>ppt_x</p:attrName>
                                        </p:attrNameLst>
                                      </p:cBhvr>
                                      <p:tavLst>
                                        <p:tav tm="0">
                                          <p:val>
                                            <p:strVal val="#ppt_x"/>
                                          </p:val>
                                        </p:tav>
                                        <p:tav tm="100000">
                                          <p:val>
                                            <p:strVal val="#ppt_x"/>
                                          </p:val>
                                        </p:tav>
                                      </p:tavLst>
                                    </p:anim>
                                    <p:anim calcmode="lin" valueType="num">
                                      <p:cBhvr additive="base">
                                        <p:cTn id="181" dur="520" decel="100000" fill="hold"/>
                                        <p:tgtEl>
                                          <p:spTgt spid="40"/>
                                        </p:tgtEl>
                                        <p:attrNameLst>
                                          <p:attrName>ppt_y</p:attrName>
                                        </p:attrNameLst>
                                      </p:cBhvr>
                                      <p:tavLst>
                                        <p:tav tm="0">
                                          <p:val>
                                            <p:strVal val="#ppt_y+0.15"/>
                                          </p:val>
                                        </p:tav>
                                        <p:tav tm="100000">
                                          <p:val>
                                            <p:strVal val="#ppt_y"/>
                                          </p:val>
                                        </p:tav>
                                      </p:tavLst>
                                    </p:anim>
                                    <p:animEffect transition="in" filter="fade">
                                      <p:cBhvr>
                                        <p:cTn id="182" dur="520"/>
                                        <p:tgtEl>
                                          <p:spTgt spid="40"/>
                                        </p:tgtEl>
                                      </p:cBhvr>
                                    </p:animEffect>
                                  </p:childTnLst>
                                </p:cTn>
                              </p:par>
                              <p:par>
                                <p:cTn id="183" presetID="42" presetClass="entr" presetSubtype="0" fill="hold" grpId="0" nodeType="withEffect">
                                  <p:stCondLst>
                                    <p:cond delay="0"/>
                                  </p:stCondLst>
                                  <p:childTnLst>
                                    <p:set>
                                      <p:cBhvr>
                                        <p:cTn id="184" dur="1" fill="hold">
                                          <p:stCondLst>
                                            <p:cond delay="0"/>
                                          </p:stCondLst>
                                        </p:cTn>
                                        <p:tgtEl>
                                          <p:spTgt spid="41"/>
                                        </p:tgtEl>
                                        <p:attrNameLst>
                                          <p:attrName>style.visibility</p:attrName>
                                        </p:attrNameLst>
                                      </p:cBhvr>
                                      <p:to>
                                        <p:strVal val="visible"/>
                                      </p:to>
                                    </p:set>
                                    <p:anim calcmode="lin" valueType="num">
                                      <p:cBhvr additive="base">
                                        <p:cTn id="185" dur="520" decel="100000" fill="hold"/>
                                        <p:tgtEl>
                                          <p:spTgt spid="41"/>
                                        </p:tgtEl>
                                        <p:attrNameLst>
                                          <p:attrName>ppt_x</p:attrName>
                                        </p:attrNameLst>
                                      </p:cBhvr>
                                      <p:tavLst>
                                        <p:tav tm="0">
                                          <p:val>
                                            <p:strVal val="#ppt_x"/>
                                          </p:val>
                                        </p:tav>
                                        <p:tav tm="100000">
                                          <p:val>
                                            <p:strVal val="#ppt_x"/>
                                          </p:val>
                                        </p:tav>
                                      </p:tavLst>
                                    </p:anim>
                                    <p:anim calcmode="lin" valueType="num">
                                      <p:cBhvr additive="base">
                                        <p:cTn id="186" dur="520" decel="100000" fill="hold"/>
                                        <p:tgtEl>
                                          <p:spTgt spid="41"/>
                                        </p:tgtEl>
                                        <p:attrNameLst>
                                          <p:attrName>ppt_y</p:attrName>
                                        </p:attrNameLst>
                                      </p:cBhvr>
                                      <p:tavLst>
                                        <p:tav tm="0">
                                          <p:val>
                                            <p:strVal val="#ppt_y+0.15"/>
                                          </p:val>
                                        </p:tav>
                                        <p:tav tm="100000">
                                          <p:val>
                                            <p:strVal val="#ppt_y"/>
                                          </p:val>
                                        </p:tav>
                                      </p:tavLst>
                                    </p:anim>
                                    <p:animEffect transition="in" filter="fade">
                                      <p:cBhvr>
                                        <p:cTn id="187" dur="520"/>
                                        <p:tgtEl>
                                          <p:spTgt spid="41"/>
                                        </p:tgtEl>
                                      </p:cBhvr>
                                    </p:animEffect>
                                  </p:childTnLst>
                                </p:cTn>
                              </p:par>
                              <p:par>
                                <p:cTn id="188" presetID="42" presetClass="entr" presetSubtype="0" fill="hold" grpId="0" nodeType="withEffect">
                                  <p:stCondLst>
                                    <p:cond delay="0"/>
                                  </p:stCondLst>
                                  <p:childTnLst>
                                    <p:set>
                                      <p:cBhvr>
                                        <p:cTn id="189" dur="1" fill="hold">
                                          <p:stCondLst>
                                            <p:cond delay="0"/>
                                          </p:stCondLst>
                                        </p:cTn>
                                        <p:tgtEl>
                                          <p:spTgt spid="42"/>
                                        </p:tgtEl>
                                        <p:attrNameLst>
                                          <p:attrName>style.visibility</p:attrName>
                                        </p:attrNameLst>
                                      </p:cBhvr>
                                      <p:to>
                                        <p:strVal val="visible"/>
                                      </p:to>
                                    </p:set>
                                    <p:anim calcmode="lin" valueType="num">
                                      <p:cBhvr additive="base">
                                        <p:cTn id="190" dur="520" decel="100000" fill="hold"/>
                                        <p:tgtEl>
                                          <p:spTgt spid="42"/>
                                        </p:tgtEl>
                                        <p:attrNameLst>
                                          <p:attrName>ppt_x</p:attrName>
                                        </p:attrNameLst>
                                      </p:cBhvr>
                                      <p:tavLst>
                                        <p:tav tm="0">
                                          <p:val>
                                            <p:strVal val="#ppt_x"/>
                                          </p:val>
                                        </p:tav>
                                        <p:tav tm="100000">
                                          <p:val>
                                            <p:strVal val="#ppt_x"/>
                                          </p:val>
                                        </p:tav>
                                      </p:tavLst>
                                    </p:anim>
                                    <p:anim calcmode="lin" valueType="num">
                                      <p:cBhvr additive="base">
                                        <p:cTn id="191" dur="520" decel="100000" fill="hold"/>
                                        <p:tgtEl>
                                          <p:spTgt spid="42"/>
                                        </p:tgtEl>
                                        <p:attrNameLst>
                                          <p:attrName>ppt_y</p:attrName>
                                        </p:attrNameLst>
                                      </p:cBhvr>
                                      <p:tavLst>
                                        <p:tav tm="0">
                                          <p:val>
                                            <p:strVal val="#ppt_y+0.15"/>
                                          </p:val>
                                        </p:tav>
                                        <p:tav tm="100000">
                                          <p:val>
                                            <p:strVal val="#ppt_y"/>
                                          </p:val>
                                        </p:tav>
                                      </p:tavLst>
                                    </p:anim>
                                    <p:animEffect transition="in" filter="fade">
                                      <p:cBhvr>
                                        <p:cTn id="192" dur="520"/>
                                        <p:tgtEl>
                                          <p:spTgt spid="42"/>
                                        </p:tgtEl>
                                      </p:cBhvr>
                                    </p:animEffect>
                                  </p:childTnLst>
                                </p:cTn>
                              </p:par>
                              <p:par>
                                <p:cTn id="193" presetID="42" presetClass="entr" presetSubtype="0" fill="hold" grpId="0" nodeType="withEffect">
                                  <p:stCondLst>
                                    <p:cond delay="0"/>
                                  </p:stCondLst>
                                  <p:childTnLst>
                                    <p:set>
                                      <p:cBhvr>
                                        <p:cTn id="194" dur="1" fill="hold">
                                          <p:stCondLst>
                                            <p:cond delay="0"/>
                                          </p:stCondLst>
                                        </p:cTn>
                                        <p:tgtEl>
                                          <p:spTgt spid="43"/>
                                        </p:tgtEl>
                                        <p:attrNameLst>
                                          <p:attrName>style.visibility</p:attrName>
                                        </p:attrNameLst>
                                      </p:cBhvr>
                                      <p:to>
                                        <p:strVal val="visible"/>
                                      </p:to>
                                    </p:set>
                                    <p:anim calcmode="lin" valueType="num">
                                      <p:cBhvr additive="base">
                                        <p:cTn id="195" dur="520" decel="100000" fill="hold"/>
                                        <p:tgtEl>
                                          <p:spTgt spid="43"/>
                                        </p:tgtEl>
                                        <p:attrNameLst>
                                          <p:attrName>ppt_x</p:attrName>
                                        </p:attrNameLst>
                                      </p:cBhvr>
                                      <p:tavLst>
                                        <p:tav tm="0">
                                          <p:val>
                                            <p:strVal val="#ppt_x"/>
                                          </p:val>
                                        </p:tav>
                                        <p:tav tm="100000">
                                          <p:val>
                                            <p:strVal val="#ppt_x"/>
                                          </p:val>
                                        </p:tav>
                                      </p:tavLst>
                                    </p:anim>
                                    <p:anim calcmode="lin" valueType="num">
                                      <p:cBhvr additive="base">
                                        <p:cTn id="196" dur="520" decel="100000" fill="hold"/>
                                        <p:tgtEl>
                                          <p:spTgt spid="43"/>
                                        </p:tgtEl>
                                        <p:attrNameLst>
                                          <p:attrName>ppt_y</p:attrName>
                                        </p:attrNameLst>
                                      </p:cBhvr>
                                      <p:tavLst>
                                        <p:tav tm="0">
                                          <p:val>
                                            <p:strVal val="#ppt_y+0.15"/>
                                          </p:val>
                                        </p:tav>
                                        <p:tav tm="100000">
                                          <p:val>
                                            <p:strVal val="#ppt_y"/>
                                          </p:val>
                                        </p:tav>
                                      </p:tavLst>
                                    </p:anim>
                                    <p:animEffect transition="in" filter="fade">
                                      <p:cBhvr>
                                        <p:cTn id="197" dur="520"/>
                                        <p:tgtEl>
                                          <p:spTgt spid="43"/>
                                        </p:tgtEl>
                                      </p:cBhvr>
                                    </p:animEffect>
                                  </p:childTnLst>
                                </p:cTn>
                              </p:par>
                              <p:par>
                                <p:cTn id="198" presetID="42" presetClass="entr" presetSubtype="0" fill="hold" grpId="0" nodeType="withEffect">
                                  <p:stCondLst>
                                    <p:cond delay="0"/>
                                  </p:stCondLst>
                                  <p:childTnLst>
                                    <p:set>
                                      <p:cBhvr>
                                        <p:cTn id="199" dur="1" fill="hold">
                                          <p:stCondLst>
                                            <p:cond delay="0"/>
                                          </p:stCondLst>
                                        </p:cTn>
                                        <p:tgtEl>
                                          <p:spTgt spid="44"/>
                                        </p:tgtEl>
                                        <p:attrNameLst>
                                          <p:attrName>style.visibility</p:attrName>
                                        </p:attrNameLst>
                                      </p:cBhvr>
                                      <p:to>
                                        <p:strVal val="visible"/>
                                      </p:to>
                                    </p:set>
                                    <p:anim calcmode="lin" valueType="num">
                                      <p:cBhvr additive="base">
                                        <p:cTn id="200" dur="520" decel="100000" fill="hold"/>
                                        <p:tgtEl>
                                          <p:spTgt spid="44"/>
                                        </p:tgtEl>
                                        <p:attrNameLst>
                                          <p:attrName>ppt_x</p:attrName>
                                        </p:attrNameLst>
                                      </p:cBhvr>
                                      <p:tavLst>
                                        <p:tav tm="0">
                                          <p:val>
                                            <p:strVal val="#ppt_x"/>
                                          </p:val>
                                        </p:tav>
                                        <p:tav tm="100000">
                                          <p:val>
                                            <p:strVal val="#ppt_x"/>
                                          </p:val>
                                        </p:tav>
                                      </p:tavLst>
                                    </p:anim>
                                    <p:anim calcmode="lin" valueType="num">
                                      <p:cBhvr additive="base">
                                        <p:cTn id="201" dur="520" decel="100000" fill="hold"/>
                                        <p:tgtEl>
                                          <p:spTgt spid="44"/>
                                        </p:tgtEl>
                                        <p:attrNameLst>
                                          <p:attrName>ppt_y</p:attrName>
                                        </p:attrNameLst>
                                      </p:cBhvr>
                                      <p:tavLst>
                                        <p:tav tm="0">
                                          <p:val>
                                            <p:strVal val="#ppt_y+0.15"/>
                                          </p:val>
                                        </p:tav>
                                        <p:tav tm="100000">
                                          <p:val>
                                            <p:strVal val="#ppt_y"/>
                                          </p:val>
                                        </p:tav>
                                      </p:tavLst>
                                    </p:anim>
                                    <p:animEffect transition="in" filter="fade">
                                      <p:cBhvr>
                                        <p:cTn id="202" dur="52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P spid="40" grpId="0" animBg="1"/>
      <p:bldP spid="41" grpId="0" animBg="1"/>
      <p:bldP spid="43" grpId="0" animBg="1"/>
      <p:bldP spid="4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77240"/>
          </a:xfrm>
          <a:prstGeom prst="rect">
            <a:avLst/>
          </a:prstGeom>
          <a:noFill/>
          <a:ln/>
        </p:spPr>
        <p:txBody>
          <a:bodyPr wrap="square" lIns="0" tIns="0" rIns="0" bIns="0" rtlCol="0" anchor="ctr"/>
          <a:lstStyle/>
          <a:p>
            <a:pPr algn="l" indent="0" marL="0">
              <a:buNone/>
            </a:pPr>
            <a:r>
              <a:rPr lang="en-US" sz="3600" b="1" dirty="0">
                <a:solidFill>
                  <a:schemeClr val="tx1"/>
                </a:solidFill>
              </a:rPr>
              <a:t>What an unverified provider sees</a:t>
            </a:r>
            <a:endParaRPr lang="en-US" sz="3600" dirty="0"/>
          </a:p>
        </p:txBody>
      </p:sp>
      <p:sp>
        <p:nvSpPr>
          <p:cNvPr id="3" name="a01f_phone"/>
          <p:cNvSpPr/>
          <p:nvPr/>
        </p:nvSpPr>
        <p:spPr>
          <a:xfrm>
            <a:off x="914400" y="1234440"/>
            <a:ext cx="3108960" cy="4983480"/>
          </a:xfrm>
          <a:prstGeom prst="roundRect">
            <a:avLst>
              <a:gd name="adj" fmla="val 10294"/>
            </a:avLst>
          </a:prstGeom>
          <a:solidFill>
            <a:schemeClr val="bg1"/>
          </a:solidFill>
          <a:ln w="31750">
            <a:solidFill>
              <a:schemeClr val="tx1"/>
            </a:solidFill>
            <a:prstDash val="solid"/>
          </a:ln>
        </p:spPr>
      </p:sp>
      <p:sp>
        <p:nvSpPr>
          <p:cNvPr id="4" name="a01f_ph"/>
          <p:cNvSpPr txBox="1"/>
          <p:nvPr/>
        </p:nvSpPr>
        <p:spPr>
          <a:xfrm>
            <a:off x="1188720" y="1463040"/>
            <a:ext cx="2560320" cy="320040"/>
          </a:xfrm>
          <a:prstGeom prst="rect">
            <a:avLst/>
          </a:prstGeom>
          <a:noFill/>
          <a:ln/>
        </p:spPr>
        <p:txBody>
          <a:bodyPr wrap="square" lIns="0" tIns="0" rIns="0" bIns="0" rtlCol="0" anchor="t"/>
          <a:lstStyle/>
          <a:p>
            <a:pPr algn="l" indent="0" marL="0">
              <a:buNone/>
            </a:pPr>
            <a:r>
              <a:rPr lang="en-US" sz="1600" b="1" dirty="0">
                <a:solidFill>
                  <a:schemeClr val="tx1"/>
                </a:solidFill>
              </a:rPr>
              <a:t>Provider dashboard</a:t>
            </a:r>
            <a:endParaRPr lang="en-US" sz="1600" dirty="0"/>
          </a:p>
        </p:txBody>
      </p:sp>
      <p:sp>
        <p:nvSpPr>
          <p:cNvPr id="5" name="a01f_ps"/>
          <p:cNvSpPr txBox="1"/>
          <p:nvPr/>
        </p:nvSpPr>
        <p:spPr>
          <a:xfrm>
            <a:off x="1188720" y="1783080"/>
            <a:ext cx="2560320" cy="228600"/>
          </a:xfrm>
          <a:prstGeom prst="rect">
            <a:avLst/>
          </a:prstGeom>
          <a:noFill/>
          <a:ln/>
        </p:spPr>
        <p:txBody>
          <a:bodyPr wrap="square" lIns="0" tIns="0" rIns="0" bIns="0" rtlCol="0" anchor="t"/>
          <a:lstStyle/>
          <a:p>
            <a:pPr algn="l" indent="0" marL="0">
              <a:buNone/>
            </a:pPr>
            <a:r>
              <a:rPr lang="en-US" sz="1100" dirty="0">
                <a:solidFill>
                  <a:schemeClr val="tx2"/>
                </a:solidFill>
              </a:rPr>
              <a:t>Explore mode</a:t>
            </a:r>
            <a:endParaRPr lang="en-US" sz="1100" dirty="0"/>
          </a:p>
        </p:txBody>
      </p:sp>
      <p:sp>
        <p:nvSpPr>
          <p:cNvPr id="6" name="a02d_banner"/>
          <p:cNvSpPr/>
          <p:nvPr/>
        </p:nvSpPr>
        <p:spPr>
          <a:xfrm>
            <a:off x="1143000" y="2103120"/>
            <a:ext cx="2651760" cy="1051560"/>
          </a:xfrm>
          <a:prstGeom prst="roundRect">
            <a:avLst>
              <a:gd name="adj" fmla="val 8696"/>
            </a:avLst>
          </a:prstGeom>
          <a:solidFill>
            <a:schemeClr val="accent4">
              <a:alpha val="18000"/>
            </a:schemeClr>
          </a:solidFill>
          <a:ln w="25400">
            <a:solidFill>
              <a:schemeClr val="accent4"/>
            </a:solidFill>
            <a:prstDash val="solid"/>
          </a:ln>
        </p:spPr>
      </p:sp>
      <p:sp>
        <p:nvSpPr>
          <p:cNvPr id="7" name="a02d_bannert"/>
          <p:cNvSpPr txBox="1"/>
          <p:nvPr/>
        </p:nvSpPr>
        <p:spPr>
          <a:xfrm>
            <a:off x="1280160" y="2176272"/>
            <a:ext cx="2423160" cy="274320"/>
          </a:xfrm>
          <a:prstGeom prst="rect">
            <a:avLst/>
          </a:prstGeom>
          <a:noFill/>
          <a:ln/>
        </p:spPr>
        <p:txBody>
          <a:bodyPr wrap="square" lIns="0" tIns="0" rIns="0" bIns="0" rtlCol="0" anchor="t"/>
          <a:lstStyle/>
          <a:p>
            <a:pPr algn="l" indent="0" marL="0">
              <a:buNone/>
            </a:pPr>
            <a:r>
              <a:rPr lang="en-US" sz="1100" b="1" dirty="0">
                <a:solidFill>
                  <a:schemeClr val="tx1"/>
                </a:solidFill>
              </a:rPr>
              <a:t>2 steps left to start getting jobs</a:t>
            </a:r>
            <a:endParaRPr lang="en-US" sz="1100" dirty="0"/>
          </a:p>
        </p:txBody>
      </p:sp>
      <p:sp>
        <p:nvSpPr>
          <p:cNvPr id="8" name="a02d_prog0"/>
          <p:cNvSpPr/>
          <p:nvPr/>
        </p:nvSpPr>
        <p:spPr>
          <a:xfrm>
            <a:off x="1280160" y="2505456"/>
            <a:ext cx="731520" cy="82296"/>
          </a:xfrm>
          <a:prstGeom prst="roundRect">
            <a:avLst>
              <a:gd name="adj" fmla="val 44444"/>
            </a:avLst>
          </a:prstGeom>
          <a:solidFill>
            <a:schemeClr val="accent5"/>
          </a:solidFill>
          <a:ln/>
        </p:spPr>
      </p:sp>
      <p:sp>
        <p:nvSpPr>
          <p:cNvPr id="9" name="a02d_prog1"/>
          <p:cNvSpPr/>
          <p:nvPr/>
        </p:nvSpPr>
        <p:spPr>
          <a:xfrm>
            <a:off x="2084832" y="2505456"/>
            <a:ext cx="731520" cy="82296"/>
          </a:xfrm>
          <a:prstGeom prst="roundRect">
            <a:avLst>
              <a:gd name="adj" fmla="val 44444"/>
            </a:avLst>
          </a:prstGeom>
          <a:solidFill>
            <a:schemeClr val="accent4">
              <a:alpha val="60000"/>
            </a:schemeClr>
          </a:solidFill>
          <a:ln/>
        </p:spPr>
      </p:sp>
      <p:sp>
        <p:nvSpPr>
          <p:cNvPr id="10" name="a02d_prog2"/>
          <p:cNvSpPr/>
          <p:nvPr/>
        </p:nvSpPr>
        <p:spPr>
          <a:xfrm>
            <a:off x="2889504" y="2505456"/>
            <a:ext cx="731520" cy="82296"/>
          </a:xfrm>
          <a:prstGeom prst="roundRect">
            <a:avLst>
              <a:gd name="adj" fmla="val 44444"/>
            </a:avLst>
          </a:prstGeom>
          <a:solidFill>
            <a:srgbClr val="B8C2D4"/>
          </a:solidFill>
          <a:ln/>
        </p:spPr>
      </p:sp>
      <p:sp>
        <p:nvSpPr>
          <p:cNvPr id="11" name="a02d_bannerbtn"/>
          <p:cNvSpPr/>
          <p:nvPr/>
        </p:nvSpPr>
        <p:spPr>
          <a:xfrm>
            <a:off x="1280160" y="2724912"/>
            <a:ext cx="2377440" cy="301752"/>
          </a:xfrm>
          <a:prstGeom prst="roundRect">
            <a:avLst>
              <a:gd name="adj" fmla="val 30303"/>
            </a:avLst>
          </a:prstGeom>
          <a:solidFill>
            <a:schemeClr val="accent4"/>
          </a:solidFill>
          <a:ln/>
        </p:spPr>
      </p:sp>
      <p:sp>
        <p:nvSpPr>
          <p:cNvPr id="12" name="a02d_bannerbtnt"/>
          <p:cNvSpPr txBox="1"/>
          <p:nvPr/>
        </p:nvSpPr>
        <p:spPr>
          <a:xfrm>
            <a:off x="1280160" y="2724912"/>
            <a:ext cx="2377440" cy="301752"/>
          </a:xfrm>
          <a:prstGeom prst="rect">
            <a:avLst/>
          </a:prstGeom>
          <a:noFill/>
          <a:ln/>
        </p:spPr>
        <p:txBody>
          <a:bodyPr wrap="square" lIns="0" tIns="0" rIns="0" bIns="0" rtlCol="0" anchor="ctr"/>
          <a:lstStyle/>
          <a:p>
            <a:pPr algn="ctr" indent="0" marL="0">
              <a:buNone/>
            </a:pPr>
            <a:r>
              <a:rPr lang="en-US" sz="1000" b="1" dirty="0">
                <a:solidFill>
                  <a:schemeClr val="bg1"/>
                </a:solidFill>
              </a:rPr>
              <a:t>Start background check</a:t>
            </a:r>
            <a:endParaRPr lang="en-US" sz="1000" dirty="0"/>
          </a:p>
        </p:txBody>
      </p:sp>
      <p:sp>
        <p:nvSpPr>
          <p:cNvPr id="13" name="a03d_reqh"/>
          <p:cNvSpPr txBox="1"/>
          <p:nvPr/>
        </p:nvSpPr>
        <p:spPr>
          <a:xfrm>
            <a:off x="1188720" y="3291840"/>
            <a:ext cx="2560320" cy="274320"/>
          </a:xfrm>
          <a:prstGeom prst="rect">
            <a:avLst/>
          </a:prstGeom>
          <a:noFill/>
          <a:ln/>
        </p:spPr>
        <p:txBody>
          <a:bodyPr wrap="square" lIns="0" tIns="0" rIns="0" bIns="0" rtlCol="0" anchor="t"/>
          <a:lstStyle/>
          <a:p>
            <a:pPr algn="l" indent="0" marL="0">
              <a:buNone/>
            </a:pPr>
            <a:r>
              <a:rPr lang="en-US" sz="1200" b="1" dirty="0">
                <a:solidFill>
                  <a:schemeClr val="tx1"/>
                </a:solidFill>
              </a:rPr>
              <a:t>Requests near you</a:t>
            </a:r>
            <a:endParaRPr lang="en-US" sz="1200" dirty="0"/>
          </a:p>
        </p:txBody>
      </p:sp>
      <p:sp>
        <p:nvSpPr>
          <p:cNvPr id="14" name="a03d_dc0"/>
          <p:cNvSpPr/>
          <p:nvPr/>
        </p:nvSpPr>
        <p:spPr>
          <a:xfrm>
            <a:off x="1143000" y="3639312"/>
            <a:ext cx="2651760" cy="987552"/>
          </a:xfrm>
          <a:prstGeom prst="roundRect">
            <a:avLst>
              <a:gd name="adj" fmla="val 9259"/>
            </a:avLst>
          </a:prstGeom>
          <a:solidFill>
            <a:schemeClr val="bg1"/>
          </a:solidFill>
          <a:ln w="15875">
            <a:solidFill>
              <a:srgbClr val="B8C2D4"/>
            </a:solidFill>
            <a:prstDash val="solid"/>
          </a:ln>
        </p:spPr>
      </p:sp>
      <p:sp>
        <p:nvSpPr>
          <p:cNvPr id="15" name="a03d_dct0"/>
          <p:cNvSpPr txBox="1"/>
          <p:nvPr/>
        </p:nvSpPr>
        <p:spPr>
          <a:xfrm>
            <a:off x="1280160" y="3730752"/>
            <a:ext cx="2377440" cy="256032"/>
          </a:xfrm>
          <a:prstGeom prst="rect">
            <a:avLst/>
          </a:prstGeom>
          <a:noFill/>
          <a:ln/>
        </p:spPr>
        <p:txBody>
          <a:bodyPr wrap="square" lIns="0" tIns="0" rIns="0" bIns="0" rtlCol="0" anchor="t"/>
          <a:lstStyle/>
          <a:p>
            <a:pPr algn="l" indent="0" marL="0">
              <a:buNone/>
            </a:pPr>
            <a:r>
              <a:rPr lang="en-US" sz="1200" b="1" dirty="0">
                <a:solidFill>
                  <a:schemeClr val="tx1"/>
                </a:solidFill>
              </a:rPr>
              <a:t>Home cleaning</a:t>
            </a:r>
            <a:endParaRPr lang="en-US" sz="1200" dirty="0"/>
          </a:p>
        </p:txBody>
      </p:sp>
      <p:sp>
        <p:nvSpPr>
          <p:cNvPr id="16" name="a03d_dcs0"/>
          <p:cNvSpPr txBox="1"/>
          <p:nvPr/>
        </p:nvSpPr>
        <p:spPr>
          <a:xfrm>
            <a:off x="1280160" y="3986784"/>
            <a:ext cx="2377440" cy="228600"/>
          </a:xfrm>
          <a:prstGeom prst="rect">
            <a:avLst/>
          </a:prstGeom>
          <a:noFill/>
          <a:ln/>
        </p:spPr>
        <p:txBody>
          <a:bodyPr wrap="square" lIns="0" tIns="0" rIns="0" bIns="0" rtlCol="0" anchor="t"/>
          <a:lstStyle/>
          <a:p>
            <a:pPr algn="l" indent="0" marL="0">
              <a:buNone/>
            </a:pPr>
            <a:r>
              <a:rPr lang="en-US" sz="1000" dirty="0">
                <a:solidFill>
                  <a:schemeClr val="tx2"/>
                </a:solidFill>
              </a:rPr>
              <a:t>2.1 mi away · Saturday morning</a:t>
            </a:r>
            <a:endParaRPr lang="en-US" sz="1000" dirty="0"/>
          </a:p>
        </p:txBody>
      </p:sp>
      <p:sp>
        <p:nvSpPr>
          <p:cNvPr id="17" name="a03d_dcb0"/>
          <p:cNvSpPr/>
          <p:nvPr/>
        </p:nvSpPr>
        <p:spPr>
          <a:xfrm>
            <a:off x="1280160" y="4261104"/>
            <a:ext cx="1325880" cy="274320"/>
          </a:xfrm>
          <a:prstGeom prst="roundRect">
            <a:avLst>
              <a:gd name="adj" fmla="val 33333"/>
            </a:avLst>
          </a:prstGeom>
          <a:solidFill>
            <a:srgbClr val="C5CEDF"/>
          </a:solidFill>
          <a:ln/>
        </p:spPr>
      </p:sp>
      <p:sp>
        <p:nvSpPr>
          <p:cNvPr id="18" name="a03d_dcbt0"/>
          <p:cNvSpPr txBox="1"/>
          <p:nvPr/>
        </p:nvSpPr>
        <p:spPr>
          <a:xfrm>
            <a:off x="1325880" y="4261104"/>
            <a:ext cx="960120" cy="274320"/>
          </a:xfrm>
          <a:prstGeom prst="rect">
            <a:avLst/>
          </a:prstGeom>
          <a:noFill/>
          <a:ln/>
        </p:spPr>
        <p:txBody>
          <a:bodyPr wrap="square" lIns="0" tIns="0" rIns="0" bIns="0" rtlCol="0" anchor="ctr"/>
          <a:lstStyle/>
          <a:p>
            <a:pPr algn="ctr" indent="0" marL="0">
              <a:buNone/>
            </a:pPr>
            <a:r>
              <a:rPr lang="en-US" sz="1000" b="1" dirty="0">
                <a:solidFill>
                  <a:schemeClr val="tx2"/>
                </a:solidFill>
              </a:rPr>
              <a:t>Send offer</a:t>
            </a:r>
            <a:endParaRPr lang="en-US" sz="1000" dirty="0"/>
          </a:p>
        </p:txBody>
      </p:sp>
      <p:pic>
        <p:nvPicPr>
          <p:cNvPr id="19" name="a03d_dcl0" descr="Locked">    </p:cNvPr>
          <p:cNvPicPr>
            <a:picLocks noChangeAspect="1"/>
          </p:cNvPicPr>
          <p:nvPr/>
        </p:nvPicPr>
        <p:blipFill>
          <a:blip r:embed="rId1"/>
          <a:stretch>
            <a:fillRect/>
          </a:stretch>
        </p:blipFill>
        <p:spPr>
          <a:xfrm>
            <a:off x="2331720" y="4315968"/>
            <a:ext cx="155448" cy="155448"/>
          </a:xfrm>
          <a:prstGeom prst="rect">
            <a:avLst/>
          </a:prstGeom>
        </p:spPr>
      </p:pic>
      <p:sp>
        <p:nvSpPr>
          <p:cNvPr id="20" name="a04d_dc1"/>
          <p:cNvSpPr/>
          <p:nvPr/>
        </p:nvSpPr>
        <p:spPr>
          <a:xfrm>
            <a:off x="1143000" y="4736592"/>
            <a:ext cx="2651760" cy="987552"/>
          </a:xfrm>
          <a:prstGeom prst="roundRect">
            <a:avLst>
              <a:gd name="adj" fmla="val 9259"/>
            </a:avLst>
          </a:prstGeom>
          <a:solidFill>
            <a:schemeClr val="bg1"/>
          </a:solidFill>
          <a:ln w="15875">
            <a:solidFill>
              <a:srgbClr val="B8C2D4"/>
            </a:solidFill>
            <a:prstDash val="solid"/>
          </a:ln>
        </p:spPr>
      </p:sp>
      <p:sp>
        <p:nvSpPr>
          <p:cNvPr id="21" name="a04d_dct1"/>
          <p:cNvSpPr txBox="1"/>
          <p:nvPr/>
        </p:nvSpPr>
        <p:spPr>
          <a:xfrm>
            <a:off x="1280160" y="4828032"/>
            <a:ext cx="2377440" cy="256032"/>
          </a:xfrm>
          <a:prstGeom prst="rect">
            <a:avLst/>
          </a:prstGeom>
          <a:noFill/>
          <a:ln/>
        </p:spPr>
        <p:txBody>
          <a:bodyPr wrap="square" lIns="0" tIns="0" rIns="0" bIns="0" rtlCol="0" anchor="t"/>
          <a:lstStyle/>
          <a:p>
            <a:pPr algn="l" indent="0" marL="0">
              <a:buNone/>
            </a:pPr>
            <a:r>
              <a:rPr lang="en-US" sz="1200" b="1" dirty="0">
                <a:solidFill>
                  <a:schemeClr val="tx1"/>
                </a:solidFill>
              </a:rPr>
              <a:t>Lawn mowing</a:t>
            </a:r>
            <a:endParaRPr lang="en-US" sz="1200" dirty="0"/>
          </a:p>
        </p:txBody>
      </p:sp>
      <p:sp>
        <p:nvSpPr>
          <p:cNvPr id="22" name="a04d_dcs1"/>
          <p:cNvSpPr txBox="1"/>
          <p:nvPr/>
        </p:nvSpPr>
        <p:spPr>
          <a:xfrm>
            <a:off x="1280160" y="5084064"/>
            <a:ext cx="2377440" cy="228600"/>
          </a:xfrm>
          <a:prstGeom prst="rect">
            <a:avLst/>
          </a:prstGeom>
          <a:noFill/>
          <a:ln/>
        </p:spPr>
        <p:txBody>
          <a:bodyPr wrap="square" lIns="0" tIns="0" rIns="0" bIns="0" rtlCol="0" anchor="t"/>
          <a:lstStyle/>
          <a:p>
            <a:pPr algn="l" indent="0" marL="0">
              <a:buNone/>
            </a:pPr>
            <a:r>
              <a:rPr lang="en-US" sz="1000" dirty="0">
                <a:solidFill>
                  <a:schemeClr val="tx2"/>
                </a:solidFill>
              </a:rPr>
              <a:t>3.4 mi away · This week</a:t>
            </a:r>
            <a:endParaRPr lang="en-US" sz="1000" dirty="0"/>
          </a:p>
        </p:txBody>
      </p:sp>
      <p:sp>
        <p:nvSpPr>
          <p:cNvPr id="23" name="a04d_dcb1"/>
          <p:cNvSpPr/>
          <p:nvPr/>
        </p:nvSpPr>
        <p:spPr>
          <a:xfrm>
            <a:off x="1280160" y="5358384"/>
            <a:ext cx="1325880" cy="274320"/>
          </a:xfrm>
          <a:prstGeom prst="roundRect">
            <a:avLst>
              <a:gd name="adj" fmla="val 33333"/>
            </a:avLst>
          </a:prstGeom>
          <a:solidFill>
            <a:srgbClr val="C5CEDF"/>
          </a:solidFill>
          <a:ln/>
        </p:spPr>
      </p:sp>
      <p:sp>
        <p:nvSpPr>
          <p:cNvPr id="24" name="a04d_dcbt1"/>
          <p:cNvSpPr txBox="1"/>
          <p:nvPr/>
        </p:nvSpPr>
        <p:spPr>
          <a:xfrm>
            <a:off x="1325880" y="5358384"/>
            <a:ext cx="960120" cy="274320"/>
          </a:xfrm>
          <a:prstGeom prst="rect">
            <a:avLst/>
          </a:prstGeom>
          <a:noFill/>
          <a:ln/>
        </p:spPr>
        <p:txBody>
          <a:bodyPr wrap="square" lIns="0" tIns="0" rIns="0" bIns="0" rtlCol="0" anchor="ctr"/>
          <a:lstStyle/>
          <a:p>
            <a:pPr algn="ctr" indent="0" marL="0">
              <a:buNone/>
            </a:pPr>
            <a:r>
              <a:rPr lang="en-US" sz="1000" b="1" dirty="0">
                <a:solidFill>
                  <a:schemeClr val="tx2"/>
                </a:solidFill>
              </a:rPr>
              <a:t>Send offer</a:t>
            </a:r>
            <a:endParaRPr lang="en-US" sz="1000" dirty="0"/>
          </a:p>
        </p:txBody>
      </p:sp>
      <p:pic>
        <p:nvPicPr>
          <p:cNvPr id="25" name="a04d_dcl1" descr="Locked">    </p:cNvPr>
          <p:cNvPicPr>
            <a:picLocks noChangeAspect="1"/>
          </p:cNvPicPr>
          <p:nvPr/>
        </p:nvPicPr>
        <p:blipFill>
          <a:blip r:embed="rId2"/>
          <a:stretch>
            <a:fillRect/>
          </a:stretch>
        </p:blipFill>
        <p:spPr>
          <a:xfrm>
            <a:off x="2331720" y="5413248"/>
            <a:ext cx="155448" cy="155448"/>
          </a:xfrm>
          <a:prstGeom prst="rect">
            <a:avLst/>
          </a:prstGeom>
        </p:spPr>
      </p:pic>
      <p:sp>
        <p:nvSpPr>
          <p:cNvPr id="26" name="a02r_cb0"/>
          <p:cNvSpPr/>
          <p:nvPr/>
        </p:nvSpPr>
        <p:spPr>
          <a:xfrm>
            <a:off x="4846320" y="1463040"/>
            <a:ext cx="685800" cy="685800"/>
          </a:xfrm>
          <a:prstGeom prst="ellipse">
            <a:avLst/>
          </a:prstGeom>
          <a:solidFill>
            <a:schemeClr val="accent4"/>
          </a:solidFill>
          <a:ln/>
        </p:spPr>
      </p:sp>
      <p:pic>
        <p:nvPicPr>
          <p:cNvPr id="27" name="a02r_cb0_i" descr="preencoded.png">    </p:cNvPr>
          <p:cNvPicPr>
            <a:picLocks noChangeAspect="1"/>
          </p:cNvPicPr>
          <p:nvPr/>
        </p:nvPicPr>
        <p:blipFill>
          <a:blip r:embed="rId3"/>
          <a:stretch>
            <a:fillRect/>
          </a:stretch>
        </p:blipFill>
        <p:spPr>
          <a:xfrm>
            <a:off x="5024628" y="1641348"/>
            <a:ext cx="329184" cy="329184"/>
          </a:xfrm>
          <a:prstGeom prst="rect">
            <a:avLst/>
          </a:prstGeom>
        </p:spPr>
      </p:pic>
      <p:sp>
        <p:nvSpPr>
          <p:cNvPr id="28" name="a02r_ch0"/>
          <p:cNvSpPr txBox="1"/>
          <p:nvPr/>
        </p:nvSpPr>
        <p:spPr>
          <a:xfrm>
            <a:off x="5760720" y="1371600"/>
            <a:ext cx="5943600" cy="411480"/>
          </a:xfrm>
          <a:prstGeom prst="rect">
            <a:avLst/>
          </a:prstGeom>
          <a:noFill/>
          <a:ln/>
        </p:spPr>
        <p:txBody>
          <a:bodyPr wrap="square" lIns="0" tIns="0" rIns="0" bIns="0" rtlCol="0" anchor="t"/>
          <a:lstStyle/>
          <a:p>
            <a:pPr algn="l" indent="0" marL="0">
              <a:buNone/>
            </a:pPr>
            <a:r>
              <a:rPr lang="en-US" sz="2000" b="1" dirty="0">
                <a:solidFill>
                  <a:schemeClr val="tx1"/>
                </a:solidFill>
              </a:rPr>
              <a:t>Setup banner on top</a:t>
            </a:r>
            <a:endParaRPr lang="en-US" sz="2000" dirty="0"/>
          </a:p>
        </p:txBody>
      </p:sp>
      <p:sp>
        <p:nvSpPr>
          <p:cNvPr id="29" name="a02r_cd0"/>
          <p:cNvSpPr txBox="1"/>
          <p:nvPr/>
        </p:nvSpPr>
        <p:spPr>
          <a:xfrm>
            <a:off x="5760720" y="1801368"/>
            <a:ext cx="5943600" cy="548640"/>
          </a:xfrm>
          <a:prstGeom prst="rect">
            <a:avLst/>
          </a:prstGeom>
          <a:noFill/>
          <a:ln/>
        </p:spPr>
        <p:txBody>
          <a:bodyPr wrap="square" lIns="0" tIns="0" rIns="0" bIns="0" rtlCol="0" anchor="t"/>
          <a:lstStyle/>
          <a:p>
            <a:pPr algn="l" indent="0" marL="0">
              <a:buNone/>
            </a:pPr>
            <a:r>
              <a:rPr lang="en-US" sz="1600" dirty="0">
                <a:solidFill>
                  <a:schemeClr val="tx2"/>
                </a:solidFill>
              </a:rPr>
              <a:t>Shows what's left and starts the background check in one tap.</a:t>
            </a:r>
            <a:endParaRPr lang="en-US" sz="1600" dirty="0"/>
          </a:p>
        </p:txBody>
      </p:sp>
      <p:sp>
        <p:nvSpPr>
          <p:cNvPr id="30" name="a03r_cb1"/>
          <p:cNvSpPr/>
          <p:nvPr/>
        </p:nvSpPr>
        <p:spPr>
          <a:xfrm>
            <a:off x="4846320" y="2679192"/>
            <a:ext cx="685800" cy="685800"/>
          </a:xfrm>
          <a:prstGeom prst="ellipse">
            <a:avLst/>
          </a:prstGeom>
          <a:solidFill>
            <a:schemeClr val="accent2"/>
          </a:solidFill>
          <a:ln/>
        </p:spPr>
      </p:sp>
      <p:pic>
        <p:nvPicPr>
          <p:cNvPr id="31" name="a03r_cb1_i" descr="preencoded.png">    </p:cNvPr>
          <p:cNvPicPr>
            <a:picLocks noChangeAspect="1"/>
          </p:cNvPicPr>
          <p:nvPr/>
        </p:nvPicPr>
        <p:blipFill>
          <a:blip r:embed="rId4"/>
          <a:stretch>
            <a:fillRect/>
          </a:stretch>
        </p:blipFill>
        <p:spPr>
          <a:xfrm>
            <a:off x="5024628" y="2857500"/>
            <a:ext cx="329184" cy="329184"/>
          </a:xfrm>
          <a:prstGeom prst="rect">
            <a:avLst/>
          </a:prstGeom>
        </p:spPr>
      </p:pic>
      <p:sp>
        <p:nvSpPr>
          <p:cNvPr id="32" name="a03r_ch1"/>
          <p:cNvSpPr txBox="1"/>
          <p:nvPr/>
        </p:nvSpPr>
        <p:spPr>
          <a:xfrm>
            <a:off x="5760720" y="2587752"/>
            <a:ext cx="5943600" cy="411480"/>
          </a:xfrm>
          <a:prstGeom prst="rect">
            <a:avLst/>
          </a:prstGeom>
          <a:noFill/>
          <a:ln/>
        </p:spPr>
        <p:txBody>
          <a:bodyPr wrap="square" lIns="0" tIns="0" rIns="0" bIns="0" rtlCol="0" anchor="t"/>
          <a:lstStyle/>
          <a:p>
            <a:pPr algn="l" indent="0" marL="0">
              <a:buNone/>
            </a:pPr>
            <a:r>
              <a:rPr lang="en-US" sz="2000" b="1" dirty="0">
                <a:solidFill>
                  <a:schemeClr val="tx1"/>
                </a:solidFill>
              </a:rPr>
              <a:t>Real demand, no personal data</a:t>
            </a:r>
            <a:endParaRPr lang="en-US" sz="2000" dirty="0"/>
          </a:p>
        </p:txBody>
      </p:sp>
      <p:sp>
        <p:nvSpPr>
          <p:cNvPr id="33" name="a03r_cd1"/>
          <p:cNvSpPr txBox="1"/>
          <p:nvPr/>
        </p:nvSpPr>
        <p:spPr>
          <a:xfrm>
            <a:off x="5760720" y="3017520"/>
            <a:ext cx="5943600" cy="548640"/>
          </a:xfrm>
          <a:prstGeom prst="rect">
            <a:avLst/>
          </a:prstGeom>
          <a:noFill/>
          <a:ln/>
        </p:spPr>
        <p:txBody>
          <a:bodyPr wrap="square" lIns="0" tIns="0" rIns="0" bIns="0" rtlCol="0" anchor="t"/>
          <a:lstStyle/>
          <a:p>
            <a:pPr algn="l" indent="0" marL="0">
              <a:buNone/>
            </a:pPr>
            <a:r>
              <a:rPr lang="en-US" sz="1600" dirty="0">
                <a:solidFill>
                  <a:schemeClr val="tx2"/>
                </a:solidFill>
              </a:rPr>
              <a:t>Category, rough distance and timing only. No names, addresses or phone numbers.</a:t>
            </a:r>
            <a:endParaRPr lang="en-US" sz="1600" dirty="0"/>
          </a:p>
        </p:txBody>
      </p:sp>
      <p:sp>
        <p:nvSpPr>
          <p:cNvPr id="34" name="a04r_cb2"/>
          <p:cNvSpPr/>
          <p:nvPr/>
        </p:nvSpPr>
        <p:spPr>
          <a:xfrm>
            <a:off x="4846320" y="3895344"/>
            <a:ext cx="685800" cy="685800"/>
          </a:xfrm>
          <a:prstGeom prst="ellipse">
            <a:avLst/>
          </a:prstGeom>
          <a:solidFill>
            <a:schemeClr val="accent1"/>
          </a:solidFill>
          <a:ln/>
        </p:spPr>
      </p:sp>
      <p:pic>
        <p:nvPicPr>
          <p:cNvPr id="35" name="a04r_cb2_i" descr="preencoded.png">    </p:cNvPr>
          <p:cNvPicPr>
            <a:picLocks noChangeAspect="1"/>
          </p:cNvPicPr>
          <p:nvPr/>
        </p:nvPicPr>
        <p:blipFill>
          <a:blip r:embed="rId5"/>
          <a:stretch>
            <a:fillRect/>
          </a:stretch>
        </p:blipFill>
        <p:spPr>
          <a:xfrm>
            <a:off x="5024628" y="4073652"/>
            <a:ext cx="329184" cy="329184"/>
          </a:xfrm>
          <a:prstGeom prst="rect">
            <a:avLst/>
          </a:prstGeom>
        </p:spPr>
      </p:pic>
      <p:sp>
        <p:nvSpPr>
          <p:cNvPr id="36" name="a04r_ch2"/>
          <p:cNvSpPr txBox="1"/>
          <p:nvPr/>
        </p:nvSpPr>
        <p:spPr>
          <a:xfrm>
            <a:off x="5760720" y="3803904"/>
            <a:ext cx="5943600" cy="411480"/>
          </a:xfrm>
          <a:prstGeom prst="rect">
            <a:avLst/>
          </a:prstGeom>
          <a:noFill/>
          <a:ln/>
        </p:spPr>
        <p:txBody>
          <a:bodyPr wrap="square" lIns="0" tIns="0" rIns="0" bIns="0" rtlCol="0" anchor="t"/>
          <a:lstStyle/>
          <a:p>
            <a:pPr algn="l" indent="0" marL="0">
              <a:buNone/>
            </a:pPr>
            <a:r>
              <a:rPr lang="en-US" sz="2000" b="1" dirty="0">
                <a:solidFill>
                  <a:schemeClr val="tx1"/>
                </a:solidFill>
              </a:rPr>
              <a:t>Locked actions explain themselves</a:t>
            </a:r>
            <a:endParaRPr lang="en-US" sz="2000" dirty="0"/>
          </a:p>
        </p:txBody>
      </p:sp>
      <p:sp>
        <p:nvSpPr>
          <p:cNvPr id="37" name="a04r_cd2"/>
          <p:cNvSpPr txBox="1"/>
          <p:nvPr/>
        </p:nvSpPr>
        <p:spPr>
          <a:xfrm>
            <a:off x="5760720" y="4233672"/>
            <a:ext cx="5943600" cy="548640"/>
          </a:xfrm>
          <a:prstGeom prst="rect">
            <a:avLst/>
          </a:prstGeom>
          <a:noFill/>
          <a:ln/>
        </p:spPr>
        <p:txBody>
          <a:bodyPr wrap="square" lIns="0" tIns="0" rIns="0" bIns="0" rtlCol="0" anchor="t"/>
          <a:lstStyle/>
          <a:p>
            <a:pPr algn="l" indent="0" marL="0">
              <a:buNone/>
            </a:pPr>
            <a:r>
              <a:rPr lang="en-US" sz="1600" dirty="0">
                <a:solidFill>
                  <a:schemeClr val="tx2"/>
                </a:solidFill>
              </a:rPr>
              <a:t>Tapping Send offer opens “Verify your identity to start getting jobs”.</a:t>
            </a:r>
            <a:endParaRPr lang="en-US" sz="1600" dirty="0"/>
          </a:p>
        </p:txBody>
      </p:sp>
      <p:sp>
        <p:nvSpPr>
          <p:cNvPr id="38" name="a05r_cb3"/>
          <p:cNvSpPr/>
          <p:nvPr/>
        </p:nvSpPr>
        <p:spPr>
          <a:xfrm>
            <a:off x="4846320" y="5111496"/>
            <a:ext cx="685800" cy="685800"/>
          </a:xfrm>
          <a:prstGeom prst="ellipse">
            <a:avLst/>
          </a:prstGeom>
          <a:solidFill>
            <a:schemeClr val="tx2"/>
          </a:solidFill>
          <a:ln/>
        </p:spPr>
      </p:sp>
      <p:pic>
        <p:nvPicPr>
          <p:cNvPr id="39" name="a05r_cb3_i" descr="preencoded.png">    </p:cNvPr>
          <p:cNvPicPr>
            <a:picLocks noChangeAspect="1"/>
          </p:cNvPicPr>
          <p:nvPr/>
        </p:nvPicPr>
        <p:blipFill>
          <a:blip r:embed="rId6"/>
          <a:stretch>
            <a:fillRect/>
          </a:stretch>
        </p:blipFill>
        <p:spPr>
          <a:xfrm>
            <a:off x="5024628" y="5289804"/>
            <a:ext cx="329184" cy="329184"/>
          </a:xfrm>
          <a:prstGeom prst="rect">
            <a:avLst/>
          </a:prstGeom>
        </p:spPr>
      </p:pic>
      <p:sp>
        <p:nvSpPr>
          <p:cNvPr id="40" name="a05r_ch3"/>
          <p:cNvSpPr txBox="1"/>
          <p:nvPr/>
        </p:nvSpPr>
        <p:spPr>
          <a:xfrm>
            <a:off x="5760720" y="5020056"/>
            <a:ext cx="5943600" cy="411480"/>
          </a:xfrm>
          <a:prstGeom prst="rect">
            <a:avLst/>
          </a:prstGeom>
          <a:noFill/>
          <a:ln/>
        </p:spPr>
        <p:txBody>
          <a:bodyPr wrap="square" lIns="0" tIns="0" rIns="0" bIns="0" rtlCol="0" anchor="t"/>
          <a:lstStyle/>
          <a:p>
            <a:pPr algn="l" indent="0" marL="0">
              <a:buNone/>
            </a:pPr>
            <a:r>
              <a:rPr lang="en-US" sz="2000" b="1" dirty="0">
                <a:solidFill>
                  <a:schemeClr val="tx1"/>
                </a:solidFill>
              </a:rPr>
              <a:t>Invisible to seekers for now</a:t>
            </a:r>
            <a:endParaRPr lang="en-US" sz="2000" dirty="0"/>
          </a:p>
        </p:txBody>
      </p:sp>
      <p:sp>
        <p:nvSpPr>
          <p:cNvPr id="41" name="a05r_cd3"/>
          <p:cNvSpPr txBox="1"/>
          <p:nvPr/>
        </p:nvSpPr>
        <p:spPr>
          <a:xfrm>
            <a:off x="5760720" y="5449824"/>
            <a:ext cx="5943600" cy="548640"/>
          </a:xfrm>
          <a:prstGeom prst="rect">
            <a:avLst/>
          </a:prstGeom>
          <a:noFill/>
          <a:ln/>
        </p:spPr>
        <p:txBody>
          <a:bodyPr wrap="square" lIns="0" tIns="0" rIns="0" bIns="0" rtlCol="0" anchor="t"/>
          <a:lstStyle/>
          <a:p>
            <a:pPr algn="l" indent="0" marL="0">
              <a:buNone/>
            </a:pPr>
            <a:r>
              <a:rPr lang="en-US" sz="1600" dirty="0">
                <a:solidFill>
                  <a:schemeClr val="tx2"/>
                </a:solidFill>
              </a:rPr>
              <a:t>Unverified providers don't appear in search or receive messages.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157" fill="hold">
                      <p:stCondLst>
                        <p:cond delay="indefinite"/>
                        <p:cond evt="onBegin" delay="0">
                          <p:tgtEl>
                            <p:sldTgt/>
                          </p:tgtEl>
                        </p:cond>
                      </p:stCondLst>
                      <p:childTnLst>
                        <p:par>
                          <p:cTn id="15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2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2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20"/>
                                        <p:tgtEl>
                                          <p:spTgt spid="5"/>
                                        </p:tgtEl>
                                      </p:cBhvr>
                                    </p:animEffect>
                                  </p:childTnLst>
                                </p:cTn>
                              </p:par>
                            </p:childTnLst>
                          </p:cTn>
                        </p:par>
                        <p:par>
                          <p:cTn id="153" fill="hold">
                            <p:stCondLst>
                              <p:cond delay="380"/>
                            </p:stCondLst>
                            <p:childTnLst>
                              <p:par>
                                <p:cTn id="12" presetID="22" presetClass="entr" presetSubtype="1"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20"/>
                                        <p:tgtEl>
                                          <p:spTgt spid="6"/>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20"/>
                                        <p:tgtEl>
                                          <p:spTgt spid="7"/>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20"/>
                                        <p:tgtEl>
                                          <p:spTgt spid="8"/>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up)">
                                      <p:cBhvr>
                                        <p:cTn id="23" dur="520"/>
                                        <p:tgtEl>
                                          <p:spTgt spid="9"/>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520"/>
                                        <p:tgtEl>
                                          <p:spTgt spid="10"/>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520"/>
                                        <p:tgtEl>
                                          <p:spTgt spid="11"/>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20"/>
                                        <p:tgtEl>
                                          <p:spTgt spid="12"/>
                                        </p:tgtEl>
                                      </p:cBhvr>
                                    </p:animEffect>
                                  </p:childTnLst>
                                </p:cTn>
                              </p:par>
                              <p:par>
                                <p:cTn id="33" presetID="42"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additive="base">
                                        <p:cTn id="35" dur="520" decel="100000" fill="hold"/>
                                        <p:tgtEl>
                                          <p:spTgt spid="26"/>
                                        </p:tgtEl>
                                        <p:attrNameLst>
                                          <p:attrName>ppt_x</p:attrName>
                                        </p:attrNameLst>
                                      </p:cBhvr>
                                      <p:tavLst>
                                        <p:tav tm="0">
                                          <p:val>
                                            <p:strVal val="#ppt_x+0.12"/>
                                          </p:val>
                                        </p:tav>
                                        <p:tav tm="100000">
                                          <p:val>
                                            <p:strVal val="#ppt_x"/>
                                          </p:val>
                                        </p:tav>
                                      </p:tavLst>
                                    </p:anim>
                                    <p:anim calcmode="lin" valueType="num">
                                      <p:cBhvr additive="base">
                                        <p:cTn id="36" dur="520" decel="100000" fill="hold"/>
                                        <p:tgtEl>
                                          <p:spTgt spid="26"/>
                                        </p:tgtEl>
                                        <p:attrNameLst>
                                          <p:attrName>ppt_y</p:attrName>
                                        </p:attrNameLst>
                                      </p:cBhvr>
                                      <p:tavLst>
                                        <p:tav tm="0">
                                          <p:val>
                                            <p:strVal val="#ppt_y"/>
                                          </p:val>
                                        </p:tav>
                                        <p:tav tm="100000">
                                          <p:val>
                                            <p:strVal val="#ppt_y"/>
                                          </p:val>
                                        </p:tav>
                                      </p:tavLst>
                                    </p:anim>
                                    <p:animEffect transition="in" filter="fade">
                                      <p:cBhvr>
                                        <p:cTn id="37" dur="520"/>
                                        <p:tgtEl>
                                          <p:spTgt spid="26"/>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520" decel="100000" fill="hold"/>
                                        <p:tgtEl>
                                          <p:spTgt spid="27"/>
                                        </p:tgtEl>
                                        <p:attrNameLst>
                                          <p:attrName>ppt_x</p:attrName>
                                        </p:attrNameLst>
                                      </p:cBhvr>
                                      <p:tavLst>
                                        <p:tav tm="0">
                                          <p:val>
                                            <p:strVal val="#ppt_x+0.12"/>
                                          </p:val>
                                        </p:tav>
                                        <p:tav tm="100000">
                                          <p:val>
                                            <p:strVal val="#ppt_x"/>
                                          </p:val>
                                        </p:tav>
                                      </p:tavLst>
                                    </p:anim>
                                    <p:anim calcmode="lin" valueType="num">
                                      <p:cBhvr additive="base">
                                        <p:cTn id="41" dur="520" decel="100000" fill="hold"/>
                                        <p:tgtEl>
                                          <p:spTgt spid="27"/>
                                        </p:tgtEl>
                                        <p:attrNameLst>
                                          <p:attrName>ppt_y</p:attrName>
                                        </p:attrNameLst>
                                      </p:cBhvr>
                                      <p:tavLst>
                                        <p:tav tm="0">
                                          <p:val>
                                            <p:strVal val="#ppt_y"/>
                                          </p:val>
                                        </p:tav>
                                        <p:tav tm="100000">
                                          <p:val>
                                            <p:strVal val="#ppt_y"/>
                                          </p:val>
                                        </p:tav>
                                      </p:tavLst>
                                    </p:anim>
                                    <p:animEffect transition="in" filter="fade">
                                      <p:cBhvr>
                                        <p:cTn id="42" dur="520"/>
                                        <p:tgtEl>
                                          <p:spTgt spid="27"/>
                                        </p:tgtEl>
                                      </p:cBhvr>
                                    </p:animEffect>
                                  </p:childTnLst>
                                </p:cTn>
                              </p:par>
                              <p:par>
                                <p:cTn id="43" presetID="42"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additive="base">
                                        <p:cTn id="45" dur="520" decel="100000" fill="hold"/>
                                        <p:tgtEl>
                                          <p:spTgt spid="28"/>
                                        </p:tgtEl>
                                        <p:attrNameLst>
                                          <p:attrName>ppt_x</p:attrName>
                                        </p:attrNameLst>
                                      </p:cBhvr>
                                      <p:tavLst>
                                        <p:tav tm="0">
                                          <p:val>
                                            <p:strVal val="#ppt_x+0.12"/>
                                          </p:val>
                                        </p:tav>
                                        <p:tav tm="100000">
                                          <p:val>
                                            <p:strVal val="#ppt_x"/>
                                          </p:val>
                                        </p:tav>
                                      </p:tavLst>
                                    </p:anim>
                                    <p:anim calcmode="lin" valueType="num">
                                      <p:cBhvr additive="base">
                                        <p:cTn id="46" dur="520" decel="100000" fill="hold"/>
                                        <p:tgtEl>
                                          <p:spTgt spid="28"/>
                                        </p:tgtEl>
                                        <p:attrNameLst>
                                          <p:attrName>ppt_y</p:attrName>
                                        </p:attrNameLst>
                                      </p:cBhvr>
                                      <p:tavLst>
                                        <p:tav tm="0">
                                          <p:val>
                                            <p:strVal val="#ppt_y"/>
                                          </p:val>
                                        </p:tav>
                                        <p:tav tm="100000">
                                          <p:val>
                                            <p:strVal val="#ppt_y"/>
                                          </p:val>
                                        </p:tav>
                                      </p:tavLst>
                                    </p:anim>
                                    <p:animEffect transition="in" filter="fade">
                                      <p:cBhvr>
                                        <p:cTn id="47" dur="520"/>
                                        <p:tgtEl>
                                          <p:spTgt spid="28"/>
                                        </p:tgtEl>
                                      </p:cBhvr>
                                    </p:animEffect>
                                  </p:childTnLst>
                                </p:cTn>
                              </p:par>
                              <p:par>
                                <p:cTn id="48" presetID="42" presetClass="entr" presetSubtype="0"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 calcmode="lin" valueType="num">
                                      <p:cBhvr additive="base">
                                        <p:cTn id="50" dur="520" decel="100000" fill="hold"/>
                                        <p:tgtEl>
                                          <p:spTgt spid="29"/>
                                        </p:tgtEl>
                                        <p:attrNameLst>
                                          <p:attrName>ppt_x</p:attrName>
                                        </p:attrNameLst>
                                      </p:cBhvr>
                                      <p:tavLst>
                                        <p:tav tm="0">
                                          <p:val>
                                            <p:strVal val="#ppt_x+0.12"/>
                                          </p:val>
                                        </p:tav>
                                        <p:tav tm="100000">
                                          <p:val>
                                            <p:strVal val="#ppt_x"/>
                                          </p:val>
                                        </p:tav>
                                      </p:tavLst>
                                    </p:anim>
                                    <p:anim calcmode="lin" valueType="num">
                                      <p:cBhvr additive="base">
                                        <p:cTn id="51" dur="520" decel="100000" fill="hold"/>
                                        <p:tgtEl>
                                          <p:spTgt spid="29"/>
                                        </p:tgtEl>
                                        <p:attrNameLst>
                                          <p:attrName>ppt_y</p:attrName>
                                        </p:attrNameLst>
                                      </p:cBhvr>
                                      <p:tavLst>
                                        <p:tav tm="0">
                                          <p:val>
                                            <p:strVal val="#ppt_y"/>
                                          </p:val>
                                        </p:tav>
                                        <p:tav tm="100000">
                                          <p:val>
                                            <p:strVal val="#ppt_y"/>
                                          </p:val>
                                        </p:tav>
                                      </p:tavLst>
                                    </p:anim>
                                    <p:animEffect transition="in" filter="fade">
                                      <p:cBhvr>
                                        <p:cTn id="52" dur="520"/>
                                        <p:tgtEl>
                                          <p:spTgt spid="29"/>
                                        </p:tgtEl>
                                      </p:cBhvr>
                                    </p:animEffect>
                                  </p:childTnLst>
                                </p:cTn>
                              </p:par>
                            </p:childTnLst>
                          </p:cTn>
                        </p:par>
                        <p:par>
                          <p:cTn id="154" fill="hold">
                            <p:stCondLst>
                              <p:cond delay="760"/>
                            </p:stCondLst>
                            <p:childTnLst>
                              <p:par>
                                <p:cTn id="53" presetID="22" presetClass="entr" presetSubtype="1"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up)">
                                      <p:cBhvr>
                                        <p:cTn id="55" dur="520"/>
                                        <p:tgtEl>
                                          <p:spTgt spid="13"/>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wipe(up)">
                                      <p:cBhvr>
                                        <p:cTn id="58" dur="520"/>
                                        <p:tgtEl>
                                          <p:spTgt spid="14"/>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up)">
                                      <p:cBhvr>
                                        <p:cTn id="61" dur="520"/>
                                        <p:tgtEl>
                                          <p:spTgt spid="15"/>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wipe(up)">
                                      <p:cBhvr>
                                        <p:cTn id="64" dur="520"/>
                                        <p:tgtEl>
                                          <p:spTgt spid="16"/>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up)">
                                      <p:cBhvr>
                                        <p:cTn id="67" dur="520"/>
                                        <p:tgtEl>
                                          <p:spTgt spid="17"/>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wipe(up)">
                                      <p:cBhvr>
                                        <p:cTn id="70" dur="520"/>
                                        <p:tgtEl>
                                          <p:spTgt spid="18"/>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wipe(up)">
                                      <p:cBhvr>
                                        <p:cTn id="73" dur="520"/>
                                        <p:tgtEl>
                                          <p:spTgt spid="19"/>
                                        </p:tgtEl>
                                      </p:cBhvr>
                                    </p:animEffect>
                                  </p:childTnLst>
                                </p:cTn>
                              </p:par>
                              <p:par>
                                <p:cTn id="74" presetID="42" presetClass="entr" presetSubtype="0"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anim calcmode="lin" valueType="num">
                                      <p:cBhvr additive="base">
                                        <p:cTn id="76" dur="520" decel="100000" fill="hold"/>
                                        <p:tgtEl>
                                          <p:spTgt spid="30"/>
                                        </p:tgtEl>
                                        <p:attrNameLst>
                                          <p:attrName>ppt_x</p:attrName>
                                        </p:attrNameLst>
                                      </p:cBhvr>
                                      <p:tavLst>
                                        <p:tav tm="0">
                                          <p:val>
                                            <p:strVal val="#ppt_x+0.12"/>
                                          </p:val>
                                        </p:tav>
                                        <p:tav tm="100000">
                                          <p:val>
                                            <p:strVal val="#ppt_x"/>
                                          </p:val>
                                        </p:tav>
                                      </p:tavLst>
                                    </p:anim>
                                    <p:anim calcmode="lin" valueType="num">
                                      <p:cBhvr additive="base">
                                        <p:cTn id="77" dur="520" decel="100000" fill="hold"/>
                                        <p:tgtEl>
                                          <p:spTgt spid="30"/>
                                        </p:tgtEl>
                                        <p:attrNameLst>
                                          <p:attrName>ppt_y</p:attrName>
                                        </p:attrNameLst>
                                      </p:cBhvr>
                                      <p:tavLst>
                                        <p:tav tm="0">
                                          <p:val>
                                            <p:strVal val="#ppt_y"/>
                                          </p:val>
                                        </p:tav>
                                        <p:tav tm="100000">
                                          <p:val>
                                            <p:strVal val="#ppt_y"/>
                                          </p:val>
                                        </p:tav>
                                      </p:tavLst>
                                    </p:anim>
                                    <p:animEffect transition="in" filter="fade">
                                      <p:cBhvr>
                                        <p:cTn id="78" dur="520"/>
                                        <p:tgtEl>
                                          <p:spTgt spid="30"/>
                                        </p:tgtEl>
                                      </p:cBhvr>
                                    </p:animEffect>
                                  </p:childTnLst>
                                </p:cTn>
                              </p:par>
                              <p:par>
                                <p:cTn id="79" presetID="42"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 calcmode="lin" valueType="num">
                                      <p:cBhvr additive="base">
                                        <p:cTn id="81" dur="520" decel="100000" fill="hold"/>
                                        <p:tgtEl>
                                          <p:spTgt spid="31"/>
                                        </p:tgtEl>
                                        <p:attrNameLst>
                                          <p:attrName>ppt_x</p:attrName>
                                        </p:attrNameLst>
                                      </p:cBhvr>
                                      <p:tavLst>
                                        <p:tav tm="0">
                                          <p:val>
                                            <p:strVal val="#ppt_x+0.12"/>
                                          </p:val>
                                        </p:tav>
                                        <p:tav tm="100000">
                                          <p:val>
                                            <p:strVal val="#ppt_x"/>
                                          </p:val>
                                        </p:tav>
                                      </p:tavLst>
                                    </p:anim>
                                    <p:anim calcmode="lin" valueType="num">
                                      <p:cBhvr additive="base">
                                        <p:cTn id="82" dur="520" decel="100000" fill="hold"/>
                                        <p:tgtEl>
                                          <p:spTgt spid="31"/>
                                        </p:tgtEl>
                                        <p:attrNameLst>
                                          <p:attrName>ppt_y</p:attrName>
                                        </p:attrNameLst>
                                      </p:cBhvr>
                                      <p:tavLst>
                                        <p:tav tm="0">
                                          <p:val>
                                            <p:strVal val="#ppt_y"/>
                                          </p:val>
                                        </p:tav>
                                        <p:tav tm="100000">
                                          <p:val>
                                            <p:strVal val="#ppt_y"/>
                                          </p:val>
                                        </p:tav>
                                      </p:tavLst>
                                    </p:anim>
                                    <p:animEffect transition="in" filter="fade">
                                      <p:cBhvr>
                                        <p:cTn id="83" dur="520"/>
                                        <p:tgtEl>
                                          <p:spTgt spid="31"/>
                                        </p:tgtEl>
                                      </p:cBhvr>
                                    </p:animEffect>
                                  </p:childTnLst>
                                </p:cTn>
                              </p:par>
                              <p:par>
                                <p:cTn id="84" presetID="42"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 calcmode="lin" valueType="num">
                                      <p:cBhvr additive="base">
                                        <p:cTn id="86" dur="520" decel="100000" fill="hold"/>
                                        <p:tgtEl>
                                          <p:spTgt spid="32"/>
                                        </p:tgtEl>
                                        <p:attrNameLst>
                                          <p:attrName>ppt_x</p:attrName>
                                        </p:attrNameLst>
                                      </p:cBhvr>
                                      <p:tavLst>
                                        <p:tav tm="0">
                                          <p:val>
                                            <p:strVal val="#ppt_x+0.12"/>
                                          </p:val>
                                        </p:tav>
                                        <p:tav tm="100000">
                                          <p:val>
                                            <p:strVal val="#ppt_x"/>
                                          </p:val>
                                        </p:tav>
                                      </p:tavLst>
                                    </p:anim>
                                    <p:anim calcmode="lin" valueType="num">
                                      <p:cBhvr additive="base">
                                        <p:cTn id="87" dur="520" decel="100000" fill="hold"/>
                                        <p:tgtEl>
                                          <p:spTgt spid="32"/>
                                        </p:tgtEl>
                                        <p:attrNameLst>
                                          <p:attrName>ppt_y</p:attrName>
                                        </p:attrNameLst>
                                      </p:cBhvr>
                                      <p:tavLst>
                                        <p:tav tm="0">
                                          <p:val>
                                            <p:strVal val="#ppt_y"/>
                                          </p:val>
                                        </p:tav>
                                        <p:tav tm="100000">
                                          <p:val>
                                            <p:strVal val="#ppt_y"/>
                                          </p:val>
                                        </p:tav>
                                      </p:tavLst>
                                    </p:anim>
                                    <p:animEffect transition="in" filter="fade">
                                      <p:cBhvr>
                                        <p:cTn id="88" dur="520"/>
                                        <p:tgtEl>
                                          <p:spTgt spid="32"/>
                                        </p:tgtEl>
                                      </p:cBhvr>
                                    </p:animEffect>
                                  </p:childTnLst>
                                </p:cTn>
                              </p:par>
                              <p:par>
                                <p:cTn id="89" presetID="42"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 calcmode="lin" valueType="num">
                                      <p:cBhvr additive="base">
                                        <p:cTn id="91" dur="520" decel="100000" fill="hold"/>
                                        <p:tgtEl>
                                          <p:spTgt spid="33"/>
                                        </p:tgtEl>
                                        <p:attrNameLst>
                                          <p:attrName>ppt_x</p:attrName>
                                        </p:attrNameLst>
                                      </p:cBhvr>
                                      <p:tavLst>
                                        <p:tav tm="0">
                                          <p:val>
                                            <p:strVal val="#ppt_x+0.12"/>
                                          </p:val>
                                        </p:tav>
                                        <p:tav tm="100000">
                                          <p:val>
                                            <p:strVal val="#ppt_x"/>
                                          </p:val>
                                        </p:tav>
                                      </p:tavLst>
                                    </p:anim>
                                    <p:anim calcmode="lin" valueType="num">
                                      <p:cBhvr additive="base">
                                        <p:cTn id="92" dur="520" decel="100000" fill="hold"/>
                                        <p:tgtEl>
                                          <p:spTgt spid="33"/>
                                        </p:tgtEl>
                                        <p:attrNameLst>
                                          <p:attrName>ppt_y</p:attrName>
                                        </p:attrNameLst>
                                      </p:cBhvr>
                                      <p:tavLst>
                                        <p:tav tm="0">
                                          <p:val>
                                            <p:strVal val="#ppt_y"/>
                                          </p:val>
                                        </p:tav>
                                        <p:tav tm="100000">
                                          <p:val>
                                            <p:strVal val="#ppt_y"/>
                                          </p:val>
                                        </p:tav>
                                      </p:tavLst>
                                    </p:anim>
                                    <p:animEffect transition="in" filter="fade">
                                      <p:cBhvr>
                                        <p:cTn id="93" dur="520"/>
                                        <p:tgtEl>
                                          <p:spTgt spid="33"/>
                                        </p:tgtEl>
                                      </p:cBhvr>
                                    </p:animEffect>
                                  </p:childTnLst>
                                </p:cTn>
                              </p:par>
                            </p:childTnLst>
                          </p:cTn>
                        </p:par>
                        <p:par>
                          <p:cTn id="155" fill="hold">
                            <p:stCondLst>
                              <p:cond delay="1140"/>
                            </p:stCondLst>
                            <p:childTnLst>
                              <p:par>
                                <p:cTn id="94" presetID="22" presetClass="entr" presetSubtype="1" fill="hold" grpId="0"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wipe(up)">
                                      <p:cBhvr>
                                        <p:cTn id="96" dur="520"/>
                                        <p:tgtEl>
                                          <p:spTgt spid="20"/>
                                        </p:tgtEl>
                                      </p:cBhvr>
                                    </p:animEffect>
                                  </p:childTnLst>
                                </p:cTn>
                              </p:par>
                              <p:par>
                                <p:cTn id="97" presetID="22" presetClass="entr" presetSubtype="1" fill="hold" grpId="0" nodeType="with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wipe(up)">
                                      <p:cBhvr>
                                        <p:cTn id="99" dur="520"/>
                                        <p:tgtEl>
                                          <p:spTgt spid="21"/>
                                        </p:tgtEl>
                                      </p:cBhvr>
                                    </p:animEffect>
                                  </p:childTnLst>
                                </p:cTn>
                              </p:par>
                              <p:par>
                                <p:cTn id="100" presetID="22" presetClass="entr" presetSubtype="1" fill="hold" grpId="0" nodeType="withEffect">
                                  <p:stCondLst>
                                    <p:cond delay="0"/>
                                  </p:stCondLst>
                                  <p:childTnLst>
                                    <p:set>
                                      <p:cBhvr>
                                        <p:cTn id="101" dur="1" fill="hold">
                                          <p:stCondLst>
                                            <p:cond delay="0"/>
                                          </p:stCondLst>
                                        </p:cTn>
                                        <p:tgtEl>
                                          <p:spTgt spid="22"/>
                                        </p:tgtEl>
                                        <p:attrNameLst>
                                          <p:attrName>style.visibility</p:attrName>
                                        </p:attrNameLst>
                                      </p:cBhvr>
                                      <p:to>
                                        <p:strVal val="visible"/>
                                      </p:to>
                                    </p:set>
                                    <p:animEffect transition="in" filter="wipe(up)">
                                      <p:cBhvr>
                                        <p:cTn id="102" dur="520"/>
                                        <p:tgtEl>
                                          <p:spTgt spid="22"/>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wipe(up)">
                                      <p:cBhvr>
                                        <p:cTn id="105" dur="520"/>
                                        <p:tgtEl>
                                          <p:spTgt spid="23"/>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24"/>
                                        </p:tgtEl>
                                        <p:attrNameLst>
                                          <p:attrName>style.visibility</p:attrName>
                                        </p:attrNameLst>
                                      </p:cBhvr>
                                      <p:to>
                                        <p:strVal val="visible"/>
                                      </p:to>
                                    </p:set>
                                    <p:animEffect transition="in" filter="wipe(up)">
                                      <p:cBhvr>
                                        <p:cTn id="108" dur="520"/>
                                        <p:tgtEl>
                                          <p:spTgt spid="24"/>
                                        </p:tgtEl>
                                      </p:cBhvr>
                                    </p:animEffect>
                                  </p:childTnLst>
                                </p:cTn>
                              </p:par>
                              <p:par>
                                <p:cTn id="109" presetID="22" presetClass="entr" presetSubtype="1"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wipe(up)">
                                      <p:cBhvr>
                                        <p:cTn id="111" dur="520"/>
                                        <p:tgtEl>
                                          <p:spTgt spid="25"/>
                                        </p:tgtEl>
                                      </p:cBhvr>
                                    </p:animEffect>
                                  </p:childTnLst>
                                </p:cTn>
                              </p:par>
                              <p:par>
                                <p:cTn id="112" presetID="42" presetClass="entr" presetSubtype="0" fill="hold" grpId="0" nodeType="withEffect">
                                  <p:stCondLst>
                                    <p:cond delay="0"/>
                                  </p:stCondLst>
                                  <p:childTnLst>
                                    <p:set>
                                      <p:cBhvr>
                                        <p:cTn id="113" dur="1" fill="hold">
                                          <p:stCondLst>
                                            <p:cond delay="0"/>
                                          </p:stCondLst>
                                        </p:cTn>
                                        <p:tgtEl>
                                          <p:spTgt spid="34"/>
                                        </p:tgtEl>
                                        <p:attrNameLst>
                                          <p:attrName>style.visibility</p:attrName>
                                        </p:attrNameLst>
                                      </p:cBhvr>
                                      <p:to>
                                        <p:strVal val="visible"/>
                                      </p:to>
                                    </p:set>
                                    <p:anim calcmode="lin" valueType="num">
                                      <p:cBhvr additive="base">
                                        <p:cTn id="114" dur="520" decel="100000" fill="hold"/>
                                        <p:tgtEl>
                                          <p:spTgt spid="34"/>
                                        </p:tgtEl>
                                        <p:attrNameLst>
                                          <p:attrName>ppt_x</p:attrName>
                                        </p:attrNameLst>
                                      </p:cBhvr>
                                      <p:tavLst>
                                        <p:tav tm="0">
                                          <p:val>
                                            <p:strVal val="#ppt_x+0.12"/>
                                          </p:val>
                                        </p:tav>
                                        <p:tav tm="100000">
                                          <p:val>
                                            <p:strVal val="#ppt_x"/>
                                          </p:val>
                                        </p:tav>
                                      </p:tavLst>
                                    </p:anim>
                                    <p:anim calcmode="lin" valueType="num">
                                      <p:cBhvr additive="base">
                                        <p:cTn id="115" dur="520" decel="100000" fill="hold"/>
                                        <p:tgtEl>
                                          <p:spTgt spid="34"/>
                                        </p:tgtEl>
                                        <p:attrNameLst>
                                          <p:attrName>ppt_y</p:attrName>
                                        </p:attrNameLst>
                                      </p:cBhvr>
                                      <p:tavLst>
                                        <p:tav tm="0">
                                          <p:val>
                                            <p:strVal val="#ppt_y"/>
                                          </p:val>
                                        </p:tav>
                                        <p:tav tm="100000">
                                          <p:val>
                                            <p:strVal val="#ppt_y"/>
                                          </p:val>
                                        </p:tav>
                                      </p:tavLst>
                                    </p:anim>
                                    <p:animEffect transition="in" filter="fade">
                                      <p:cBhvr>
                                        <p:cTn id="116" dur="520"/>
                                        <p:tgtEl>
                                          <p:spTgt spid="34"/>
                                        </p:tgtEl>
                                      </p:cBhvr>
                                    </p:animEffect>
                                  </p:childTnLst>
                                </p:cTn>
                              </p:par>
                              <p:par>
                                <p:cTn id="117" presetID="42" presetClass="entr" presetSubtype="0" fill="hold" grpId="0" nodeType="with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20" decel="100000" fill="hold"/>
                                        <p:tgtEl>
                                          <p:spTgt spid="35"/>
                                        </p:tgtEl>
                                        <p:attrNameLst>
                                          <p:attrName>ppt_x</p:attrName>
                                        </p:attrNameLst>
                                      </p:cBhvr>
                                      <p:tavLst>
                                        <p:tav tm="0">
                                          <p:val>
                                            <p:strVal val="#ppt_x+0.12"/>
                                          </p:val>
                                        </p:tav>
                                        <p:tav tm="100000">
                                          <p:val>
                                            <p:strVal val="#ppt_x"/>
                                          </p:val>
                                        </p:tav>
                                      </p:tavLst>
                                    </p:anim>
                                    <p:anim calcmode="lin" valueType="num">
                                      <p:cBhvr additive="base">
                                        <p:cTn id="120" dur="520" decel="100000" fill="hold"/>
                                        <p:tgtEl>
                                          <p:spTgt spid="35"/>
                                        </p:tgtEl>
                                        <p:attrNameLst>
                                          <p:attrName>ppt_y</p:attrName>
                                        </p:attrNameLst>
                                      </p:cBhvr>
                                      <p:tavLst>
                                        <p:tav tm="0">
                                          <p:val>
                                            <p:strVal val="#ppt_y"/>
                                          </p:val>
                                        </p:tav>
                                        <p:tav tm="100000">
                                          <p:val>
                                            <p:strVal val="#ppt_y"/>
                                          </p:val>
                                        </p:tav>
                                      </p:tavLst>
                                    </p:anim>
                                    <p:animEffect transition="in" filter="fade">
                                      <p:cBhvr>
                                        <p:cTn id="121" dur="520"/>
                                        <p:tgtEl>
                                          <p:spTgt spid="35"/>
                                        </p:tgtEl>
                                      </p:cBhvr>
                                    </p:animEffect>
                                  </p:childTnLst>
                                </p:cTn>
                              </p:par>
                              <p:par>
                                <p:cTn id="122" presetID="42" presetClass="entr" presetSubtype="0" fill="hold" grpId="0" nodeType="withEffect">
                                  <p:stCondLst>
                                    <p:cond delay="0"/>
                                  </p:stCondLst>
                                  <p:childTnLst>
                                    <p:set>
                                      <p:cBhvr>
                                        <p:cTn id="123" dur="1" fill="hold">
                                          <p:stCondLst>
                                            <p:cond delay="0"/>
                                          </p:stCondLst>
                                        </p:cTn>
                                        <p:tgtEl>
                                          <p:spTgt spid="36"/>
                                        </p:tgtEl>
                                        <p:attrNameLst>
                                          <p:attrName>style.visibility</p:attrName>
                                        </p:attrNameLst>
                                      </p:cBhvr>
                                      <p:to>
                                        <p:strVal val="visible"/>
                                      </p:to>
                                    </p:set>
                                    <p:anim calcmode="lin" valueType="num">
                                      <p:cBhvr additive="base">
                                        <p:cTn id="124" dur="520" decel="100000" fill="hold"/>
                                        <p:tgtEl>
                                          <p:spTgt spid="36"/>
                                        </p:tgtEl>
                                        <p:attrNameLst>
                                          <p:attrName>ppt_x</p:attrName>
                                        </p:attrNameLst>
                                      </p:cBhvr>
                                      <p:tavLst>
                                        <p:tav tm="0">
                                          <p:val>
                                            <p:strVal val="#ppt_x+0.12"/>
                                          </p:val>
                                        </p:tav>
                                        <p:tav tm="100000">
                                          <p:val>
                                            <p:strVal val="#ppt_x"/>
                                          </p:val>
                                        </p:tav>
                                      </p:tavLst>
                                    </p:anim>
                                    <p:anim calcmode="lin" valueType="num">
                                      <p:cBhvr additive="base">
                                        <p:cTn id="125" dur="520" decel="100000" fill="hold"/>
                                        <p:tgtEl>
                                          <p:spTgt spid="36"/>
                                        </p:tgtEl>
                                        <p:attrNameLst>
                                          <p:attrName>ppt_y</p:attrName>
                                        </p:attrNameLst>
                                      </p:cBhvr>
                                      <p:tavLst>
                                        <p:tav tm="0">
                                          <p:val>
                                            <p:strVal val="#ppt_y"/>
                                          </p:val>
                                        </p:tav>
                                        <p:tav tm="100000">
                                          <p:val>
                                            <p:strVal val="#ppt_y"/>
                                          </p:val>
                                        </p:tav>
                                      </p:tavLst>
                                    </p:anim>
                                    <p:animEffect transition="in" filter="fade">
                                      <p:cBhvr>
                                        <p:cTn id="126" dur="520"/>
                                        <p:tgtEl>
                                          <p:spTgt spid="36"/>
                                        </p:tgtEl>
                                      </p:cBhvr>
                                    </p:animEffect>
                                  </p:childTnLst>
                                </p:cTn>
                              </p:par>
                              <p:par>
                                <p:cTn id="127" presetID="42" presetClass="entr" presetSubtype="0" fill="hold" grpId="0" nodeType="withEffect">
                                  <p:stCondLst>
                                    <p:cond delay="0"/>
                                  </p:stCondLst>
                                  <p:childTnLst>
                                    <p:set>
                                      <p:cBhvr>
                                        <p:cTn id="128" dur="1" fill="hold">
                                          <p:stCondLst>
                                            <p:cond delay="0"/>
                                          </p:stCondLst>
                                        </p:cTn>
                                        <p:tgtEl>
                                          <p:spTgt spid="37"/>
                                        </p:tgtEl>
                                        <p:attrNameLst>
                                          <p:attrName>style.visibility</p:attrName>
                                        </p:attrNameLst>
                                      </p:cBhvr>
                                      <p:to>
                                        <p:strVal val="visible"/>
                                      </p:to>
                                    </p:set>
                                    <p:anim calcmode="lin" valueType="num">
                                      <p:cBhvr additive="base">
                                        <p:cTn id="129" dur="520" decel="100000" fill="hold"/>
                                        <p:tgtEl>
                                          <p:spTgt spid="37"/>
                                        </p:tgtEl>
                                        <p:attrNameLst>
                                          <p:attrName>ppt_x</p:attrName>
                                        </p:attrNameLst>
                                      </p:cBhvr>
                                      <p:tavLst>
                                        <p:tav tm="0">
                                          <p:val>
                                            <p:strVal val="#ppt_x+0.12"/>
                                          </p:val>
                                        </p:tav>
                                        <p:tav tm="100000">
                                          <p:val>
                                            <p:strVal val="#ppt_x"/>
                                          </p:val>
                                        </p:tav>
                                      </p:tavLst>
                                    </p:anim>
                                    <p:anim calcmode="lin" valueType="num">
                                      <p:cBhvr additive="base">
                                        <p:cTn id="130" dur="520" decel="100000" fill="hold"/>
                                        <p:tgtEl>
                                          <p:spTgt spid="37"/>
                                        </p:tgtEl>
                                        <p:attrNameLst>
                                          <p:attrName>ppt_y</p:attrName>
                                        </p:attrNameLst>
                                      </p:cBhvr>
                                      <p:tavLst>
                                        <p:tav tm="0">
                                          <p:val>
                                            <p:strVal val="#ppt_y"/>
                                          </p:val>
                                        </p:tav>
                                        <p:tav tm="100000">
                                          <p:val>
                                            <p:strVal val="#ppt_y"/>
                                          </p:val>
                                        </p:tav>
                                      </p:tavLst>
                                    </p:anim>
                                    <p:animEffect transition="in" filter="fade">
                                      <p:cBhvr>
                                        <p:cTn id="131" dur="520"/>
                                        <p:tgtEl>
                                          <p:spTgt spid="37"/>
                                        </p:tgtEl>
                                      </p:cBhvr>
                                    </p:animEffect>
                                  </p:childTnLst>
                                </p:cTn>
                              </p:par>
                            </p:childTnLst>
                          </p:cTn>
                        </p:par>
                        <p:par>
                          <p:cTn id="156" fill="hold">
                            <p:stCondLst>
                              <p:cond delay="1520"/>
                            </p:stCondLst>
                            <p:childTnLst>
                              <p:par>
                                <p:cTn id="132" presetID="42" presetClass="entr" presetSubtype="0" fill="hold" grpId="0" nodeType="afterEffect">
                                  <p:stCondLst>
                                    <p:cond delay="0"/>
                                  </p:stCondLst>
                                  <p:childTnLst>
                                    <p:set>
                                      <p:cBhvr>
                                        <p:cTn id="133" dur="1" fill="hold">
                                          <p:stCondLst>
                                            <p:cond delay="0"/>
                                          </p:stCondLst>
                                        </p:cTn>
                                        <p:tgtEl>
                                          <p:spTgt spid="38"/>
                                        </p:tgtEl>
                                        <p:attrNameLst>
                                          <p:attrName>style.visibility</p:attrName>
                                        </p:attrNameLst>
                                      </p:cBhvr>
                                      <p:to>
                                        <p:strVal val="visible"/>
                                      </p:to>
                                    </p:set>
                                    <p:anim calcmode="lin" valueType="num">
                                      <p:cBhvr additive="base">
                                        <p:cTn id="134" dur="520" decel="100000" fill="hold"/>
                                        <p:tgtEl>
                                          <p:spTgt spid="38"/>
                                        </p:tgtEl>
                                        <p:attrNameLst>
                                          <p:attrName>ppt_x</p:attrName>
                                        </p:attrNameLst>
                                      </p:cBhvr>
                                      <p:tavLst>
                                        <p:tav tm="0">
                                          <p:val>
                                            <p:strVal val="#ppt_x+0.12"/>
                                          </p:val>
                                        </p:tav>
                                        <p:tav tm="100000">
                                          <p:val>
                                            <p:strVal val="#ppt_x"/>
                                          </p:val>
                                        </p:tav>
                                      </p:tavLst>
                                    </p:anim>
                                    <p:anim calcmode="lin" valueType="num">
                                      <p:cBhvr additive="base">
                                        <p:cTn id="135" dur="520" decel="100000" fill="hold"/>
                                        <p:tgtEl>
                                          <p:spTgt spid="38"/>
                                        </p:tgtEl>
                                        <p:attrNameLst>
                                          <p:attrName>ppt_y</p:attrName>
                                        </p:attrNameLst>
                                      </p:cBhvr>
                                      <p:tavLst>
                                        <p:tav tm="0">
                                          <p:val>
                                            <p:strVal val="#ppt_y"/>
                                          </p:val>
                                        </p:tav>
                                        <p:tav tm="100000">
                                          <p:val>
                                            <p:strVal val="#ppt_y"/>
                                          </p:val>
                                        </p:tav>
                                      </p:tavLst>
                                    </p:anim>
                                    <p:animEffect transition="in" filter="fade">
                                      <p:cBhvr>
                                        <p:cTn id="136" dur="520"/>
                                        <p:tgtEl>
                                          <p:spTgt spid="38"/>
                                        </p:tgtEl>
                                      </p:cBhvr>
                                    </p:animEffect>
                                  </p:childTnLst>
                                </p:cTn>
                              </p:par>
                              <p:par>
                                <p:cTn id="137" presetID="42" presetClass="entr" presetSubtype="0" fill="hold" grpId="0" nodeType="withEffect">
                                  <p:stCondLst>
                                    <p:cond delay="0"/>
                                  </p:stCondLst>
                                  <p:childTnLst>
                                    <p:set>
                                      <p:cBhvr>
                                        <p:cTn id="138" dur="1" fill="hold">
                                          <p:stCondLst>
                                            <p:cond delay="0"/>
                                          </p:stCondLst>
                                        </p:cTn>
                                        <p:tgtEl>
                                          <p:spTgt spid="39"/>
                                        </p:tgtEl>
                                        <p:attrNameLst>
                                          <p:attrName>style.visibility</p:attrName>
                                        </p:attrNameLst>
                                      </p:cBhvr>
                                      <p:to>
                                        <p:strVal val="visible"/>
                                      </p:to>
                                    </p:set>
                                    <p:anim calcmode="lin" valueType="num">
                                      <p:cBhvr additive="base">
                                        <p:cTn id="139" dur="520" decel="100000" fill="hold"/>
                                        <p:tgtEl>
                                          <p:spTgt spid="39"/>
                                        </p:tgtEl>
                                        <p:attrNameLst>
                                          <p:attrName>ppt_x</p:attrName>
                                        </p:attrNameLst>
                                      </p:cBhvr>
                                      <p:tavLst>
                                        <p:tav tm="0">
                                          <p:val>
                                            <p:strVal val="#ppt_x+0.12"/>
                                          </p:val>
                                        </p:tav>
                                        <p:tav tm="100000">
                                          <p:val>
                                            <p:strVal val="#ppt_x"/>
                                          </p:val>
                                        </p:tav>
                                      </p:tavLst>
                                    </p:anim>
                                    <p:anim calcmode="lin" valueType="num">
                                      <p:cBhvr additive="base">
                                        <p:cTn id="140" dur="520" decel="100000" fill="hold"/>
                                        <p:tgtEl>
                                          <p:spTgt spid="39"/>
                                        </p:tgtEl>
                                        <p:attrNameLst>
                                          <p:attrName>ppt_y</p:attrName>
                                        </p:attrNameLst>
                                      </p:cBhvr>
                                      <p:tavLst>
                                        <p:tav tm="0">
                                          <p:val>
                                            <p:strVal val="#ppt_y"/>
                                          </p:val>
                                        </p:tav>
                                        <p:tav tm="100000">
                                          <p:val>
                                            <p:strVal val="#ppt_y"/>
                                          </p:val>
                                        </p:tav>
                                      </p:tavLst>
                                    </p:anim>
                                    <p:animEffect transition="in" filter="fade">
                                      <p:cBhvr>
                                        <p:cTn id="141" dur="520"/>
                                        <p:tgtEl>
                                          <p:spTgt spid="39"/>
                                        </p:tgtEl>
                                      </p:cBhvr>
                                    </p:animEffect>
                                  </p:childTnLst>
                                </p:cTn>
                              </p:par>
                              <p:par>
                                <p:cTn id="142" presetID="42" presetClass="entr" presetSubtype="0" fill="hold" grpId="0" nodeType="withEffect">
                                  <p:stCondLst>
                                    <p:cond delay="0"/>
                                  </p:stCondLst>
                                  <p:childTnLst>
                                    <p:set>
                                      <p:cBhvr>
                                        <p:cTn id="143" dur="1" fill="hold">
                                          <p:stCondLst>
                                            <p:cond delay="0"/>
                                          </p:stCondLst>
                                        </p:cTn>
                                        <p:tgtEl>
                                          <p:spTgt spid="40"/>
                                        </p:tgtEl>
                                        <p:attrNameLst>
                                          <p:attrName>style.visibility</p:attrName>
                                        </p:attrNameLst>
                                      </p:cBhvr>
                                      <p:to>
                                        <p:strVal val="visible"/>
                                      </p:to>
                                    </p:set>
                                    <p:anim calcmode="lin" valueType="num">
                                      <p:cBhvr additive="base">
                                        <p:cTn id="144" dur="520" decel="100000" fill="hold"/>
                                        <p:tgtEl>
                                          <p:spTgt spid="40"/>
                                        </p:tgtEl>
                                        <p:attrNameLst>
                                          <p:attrName>ppt_x</p:attrName>
                                        </p:attrNameLst>
                                      </p:cBhvr>
                                      <p:tavLst>
                                        <p:tav tm="0">
                                          <p:val>
                                            <p:strVal val="#ppt_x+0.12"/>
                                          </p:val>
                                        </p:tav>
                                        <p:tav tm="100000">
                                          <p:val>
                                            <p:strVal val="#ppt_x"/>
                                          </p:val>
                                        </p:tav>
                                      </p:tavLst>
                                    </p:anim>
                                    <p:anim calcmode="lin" valueType="num">
                                      <p:cBhvr additive="base">
                                        <p:cTn id="145" dur="520" decel="100000" fill="hold"/>
                                        <p:tgtEl>
                                          <p:spTgt spid="40"/>
                                        </p:tgtEl>
                                        <p:attrNameLst>
                                          <p:attrName>ppt_y</p:attrName>
                                        </p:attrNameLst>
                                      </p:cBhvr>
                                      <p:tavLst>
                                        <p:tav tm="0">
                                          <p:val>
                                            <p:strVal val="#ppt_y"/>
                                          </p:val>
                                        </p:tav>
                                        <p:tav tm="100000">
                                          <p:val>
                                            <p:strVal val="#ppt_y"/>
                                          </p:val>
                                        </p:tav>
                                      </p:tavLst>
                                    </p:anim>
                                    <p:animEffect transition="in" filter="fade">
                                      <p:cBhvr>
                                        <p:cTn id="146" dur="520"/>
                                        <p:tgtEl>
                                          <p:spTgt spid="40"/>
                                        </p:tgtEl>
                                      </p:cBhvr>
                                    </p:animEffect>
                                  </p:childTnLst>
                                </p:cTn>
                              </p:par>
                              <p:par>
                                <p:cTn id="147" presetID="42" presetClass="entr" presetSubtype="0" fill="hold" grpId="0" nodeType="withEffect">
                                  <p:stCondLst>
                                    <p:cond delay="0"/>
                                  </p:stCondLst>
                                  <p:childTnLst>
                                    <p:set>
                                      <p:cBhvr>
                                        <p:cTn id="148" dur="1" fill="hold">
                                          <p:stCondLst>
                                            <p:cond delay="0"/>
                                          </p:stCondLst>
                                        </p:cTn>
                                        <p:tgtEl>
                                          <p:spTgt spid="41"/>
                                        </p:tgtEl>
                                        <p:attrNameLst>
                                          <p:attrName>style.visibility</p:attrName>
                                        </p:attrNameLst>
                                      </p:cBhvr>
                                      <p:to>
                                        <p:strVal val="visible"/>
                                      </p:to>
                                    </p:set>
                                    <p:anim calcmode="lin" valueType="num">
                                      <p:cBhvr additive="base">
                                        <p:cTn id="149" dur="520" decel="100000" fill="hold"/>
                                        <p:tgtEl>
                                          <p:spTgt spid="41"/>
                                        </p:tgtEl>
                                        <p:attrNameLst>
                                          <p:attrName>ppt_x</p:attrName>
                                        </p:attrNameLst>
                                      </p:cBhvr>
                                      <p:tavLst>
                                        <p:tav tm="0">
                                          <p:val>
                                            <p:strVal val="#ppt_x+0.12"/>
                                          </p:val>
                                        </p:tav>
                                        <p:tav tm="100000">
                                          <p:val>
                                            <p:strVal val="#ppt_x"/>
                                          </p:val>
                                        </p:tav>
                                      </p:tavLst>
                                    </p:anim>
                                    <p:anim calcmode="lin" valueType="num">
                                      <p:cBhvr additive="base">
                                        <p:cTn id="150" dur="520" decel="100000" fill="hold"/>
                                        <p:tgtEl>
                                          <p:spTgt spid="41"/>
                                        </p:tgtEl>
                                        <p:attrNameLst>
                                          <p:attrName>ppt_y</p:attrName>
                                        </p:attrNameLst>
                                      </p:cBhvr>
                                      <p:tavLst>
                                        <p:tav tm="0">
                                          <p:val>
                                            <p:strVal val="#ppt_y"/>
                                          </p:val>
                                        </p:tav>
                                        <p:tav tm="100000">
                                          <p:val>
                                            <p:strVal val="#ppt_y"/>
                                          </p:val>
                                        </p:tav>
                                      </p:tavLst>
                                    </p:anim>
                                    <p:animEffect transition="in" filter="fade">
                                      <p:cBhvr>
                                        <p:cTn id="151" dur="52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8" grpId="0" animBg="1"/>
      <p:bldP spid="29" grpId="0" animBg="1"/>
      <p:bldP spid="30" grpId="0" animBg="1"/>
      <p:bldP spid="32" grpId="0" animBg="1"/>
      <p:bldP spid="33" grpId="0" animBg="1"/>
      <p:bldP spid="34" grpId="0" animBg="1"/>
      <p:bldP spid="36" grpId="0" animBg="1"/>
      <p:bldP spid="37" grpId="0" animBg="1"/>
      <p:bldP spid="38" grpId="0" animBg="1"/>
      <p:bldP spid="40" grpId="0" animBg="1"/>
      <p:bldP spid="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77240"/>
          </a:xfrm>
          <a:prstGeom prst="rect">
            <a:avLst/>
          </a:prstGeom>
          <a:noFill/>
          <a:ln/>
        </p:spPr>
        <p:txBody>
          <a:bodyPr wrap="square" lIns="0" tIns="0" rIns="0" bIns="0" rtlCol="0" anchor="ctr"/>
          <a:lstStyle/>
          <a:p>
            <a:pPr algn="l" indent="0" marL="0">
              <a:buNone/>
            </a:pPr>
            <a:r>
              <a:rPr lang="en-US" sz="3600" b="1" dirty="0">
                <a:solidFill>
                  <a:schemeClr val="tx1"/>
                </a:solidFill>
              </a:rPr>
              <a:t>Open now vs locked until Clear</a:t>
            </a:r>
            <a:endParaRPr lang="en-US" sz="3600" dirty="0"/>
          </a:p>
        </p:txBody>
      </p:sp>
      <p:sp>
        <p:nvSpPr>
          <p:cNvPr id="3" name="a01l_col0.5"/>
          <p:cNvSpPr/>
          <p:nvPr/>
        </p:nvSpPr>
        <p:spPr>
          <a:xfrm>
            <a:off x="457200" y="1371600"/>
            <a:ext cx="5486400" cy="3749040"/>
          </a:xfrm>
          <a:prstGeom prst="roundRect">
            <a:avLst>
              <a:gd name="adj" fmla="val 2927"/>
            </a:avLst>
          </a:prstGeom>
          <a:solidFill>
            <a:schemeClr val="accent5">
              <a:alpha val="20000"/>
            </a:schemeClr>
          </a:solidFill>
          <a:ln w="25400">
            <a:solidFill>
              <a:schemeClr val="accent5"/>
            </a:solidFill>
            <a:prstDash val="solid"/>
          </a:ln>
        </p:spPr>
      </p:sp>
      <p:sp>
        <p:nvSpPr>
          <p:cNvPr id="4" name="a01l_colb0.5"/>
          <p:cNvSpPr/>
          <p:nvPr/>
        </p:nvSpPr>
        <p:spPr>
          <a:xfrm>
            <a:off x="731520" y="1600200"/>
            <a:ext cx="640080" cy="640080"/>
          </a:xfrm>
          <a:prstGeom prst="ellipse">
            <a:avLst/>
          </a:prstGeom>
          <a:solidFill>
            <a:schemeClr val="accent5"/>
          </a:solidFill>
          <a:ln/>
        </p:spPr>
      </p:sp>
      <p:pic>
        <p:nvPicPr>
          <p:cNvPr id="5" name="a01l_colb0.5_i" descr="preencoded.png">    </p:cNvPr>
          <p:cNvPicPr>
            <a:picLocks noChangeAspect="1"/>
          </p:cNvPicPr>
          <p:nvPr/>
        </p:nvPicPr>
        <p:blipFill>
          <a:blip r:embed="rId1"/>
          <a:stretch>
            <a:fillRect/>
          </a:stretch>
        </p:blipFill>
        <p:spPr>
          <a:xfrm>
            <a:off x="897941" y="1766621"/>
            <a:ext cx="307238" cy="307238"/>
          </a:xfrm>
          <a:prstGeom prst="rect">
            <a:avLst/>
          </a:prstGeom>
        </p:spPr>
      </p:pic>
      <p:sp>
        <p:nvSpPr>
          <p:cNvPr id="6" name="a01l_colh0.5"/>
          <p:cNvSpPr txBox="1"/>
          <p:nvPr/>
        </p:nvSpPr>
        <p:spPr>
          <a:xfrm>
            <a:off x="1554480" y="1600200"/>
            <a:ext cx="4206240" cy="640080"/>
          </a:xfrm>
          <a:prstGeom prst="rect">
            <a:avLst/>
          </a:prstGeom>
          <a:noFill/>
          <a:ln/>
        </p:spPr>
        <p:txBody>
          <a:bodyPr wrap="square" lIns="0" tIns="0" rIns="0" bIns="0" rtlCol="0" anchor="ctr"/>
          <a:lstStyle/>
          <a:p>
            <a:pPr algn="l" indent="0" marL="0">
              <a:buNone/>
            </a:pPr>
            <a:r>
              <a:rPr lang="en-US" sz="2200" b="1" dirty="0">
                <a:solidFill>
                  <a:schemeClr val="tx1"/>
                </a:solidFill>
              </a:rPr>
              <a:t>Open right after profile</a:t>
            </a:r>
            <a:endParaRPr lang="en-US" sz="2200" dirty="0"/>
          </a:p>
        </p:txBody>
      </p:sp>
      <p:pic>
        <p:nvPicPr>
          <p:cNvPr id="7" name="a02f_ri0.5_0" descr="preencoded.png">    </p:cNvPr>
          <p:cNvPicPr>
            <a:picLocks noChangeAspect="1"/>
          </p:cNvPicPr>
          <p:nvPr/>
        </p:nvPicPr>
        <p:blipFill>
          <a:blip r:embed="rId2"/>
          <a:stretch>
            <a:fillRect/>
          </a:stretch>
        </p:blipFill>
        <p:spPr>
          <a:xfrm>
            <a:off x="868680" y="2532888"/>
            <a:ext cx="256032" cy="256032"/>
          </a:xfrm>
          <a:prstGeom prst="rect">
            <a:avLst/>
          </a:prstGeom>
        </p:spPr>
      </p:pic>
      <p:sp>
        <p:nvSpPr>
          <p:cNvPr id="8" name="a02f_rt0.5_0"/>
          <p:cNvSpPr txBox="1"/>
          <p:nvPr/>
        </p:nvSpPr>
        <p:spPr>
          <a:xfrm>
            <a:off x="1325880" y="2468880"/>
            <a:ext cx="4434840" cy="384048"/>
          </a:xfrm>
          <a:prstGeom prst="rect">
            <a:avLst/>
          </a:prstGeom>
          <a:noFill/>
          <a:ln/>
        </p:spPr>
        <p:txBody>
          <a:bodyPr wrap="square" lIns="0" tIns="0" rIns="0" bIns="0" rtlCol="0" anchor="ctr"/>
          <a:lstStyle/>
          <a:p>
            <a:pPr algn="l" indent="0" marL="0">
              <a:buNone/>
            </a:pPr>
            <a:r>
              <a:rPr lang="en-US" sz="1700" dirty="0">
                <a:solidFill>
                  <a:schemeClr val="tx1"/>
                </a:solidFill>
              </a:rPr>
              <a:t>Complete profile and portfolio</a:t>
            </a:r>
            <a:endParaRPr lang="en-US" sz="1700" dirty="0"/>
          </a:p>
        </p:txBody>
      </p:sp>
      <p:pic>
        <p:nvPicPr>
          <p:cNvPr id="9" name="a02f_ri0.5_1" descr="preencoded.png">    </p:cNvPr>
          <p:cNvPicPr>
            <a:picLocks noChangeAspect="1"/>
          </p:cNvPicPr>
          <p:nvPr/>
        </p:nvPicPr>
        <p:blipFill>
          <a:blip r:embed="rId3"/>
          <a:stretch>
            <a:fillRect/>
          </a:stretch>
        </p:blipFill>
        <p:spPr>
          <a:xfrm>
            <a:off x="868680" y="3044952"/>
            <a:ext cx="256032" cy="256032"/>
          </a:xfrm>
          <a:prstGeom prst="rect">
            <a:avLst/>
          </a:prstGeom>
        </p:spPr>
      </p:pic>
      <p:sp>
        <p:nvSpPr>
          <p:cNvPr id="10" name="a02f_rt0.5_1"/>
          <p:cNvSpPr txBox="1"/>
          <p:nvPr/>
        </p:nvSpPr>
        <p:spPr>
          <a:xfrm>
            <a:off x="1325880" y="2980944"/>
            <a:ext cx="4434840" cy="384048"/>
          </a:xfrm>
          <a:prstGeom prst="rect">
            <a:avLst/>
          </a:prstGeom>
          <a:noFill/>
          <a:ln/>
        </p:spPr>
        <p:txBody>
          <a:bodyPr wrap="square" lIns="0" tIns="0" rIns="0" bIns="0" rtlCol="0" anchor="ctr"/>
          <a:lstStyle/>
          <a:p>
            <a:pPr algn="l" indent="0" marL="0">
              <a:buNone/>
            </a:pPr>
            <a:r>
              <a:rPr lang="en-US" sz="1700" dirty="0">
                <a:solidFill>
                  <a:schemeClr val="tx1"/>
                </a:solidFill>
              </a:rPr>
              <a:t>Explore the provider dashboard</a:t>
            </a:r>
            <a:endParaRPr lang="en-US" sz="1700" dirty="0"/>
          </a:p>
        </p:txBody>
      </p:sp>
      <p:pic>
        <p:nvPicPr>
          <p:cNvPr id="11" name="a02f_ri0.5_2" descr="preencoded.png">    </p:cNvPr>
          <p:cNvPicPr>
            <a:picLocks noChangeAspect="1"/>
          </p:cNvPicPr>
          <p:nvPr/>
        </p:nvPicPr>
        <p:blipFill>
          <a:blip r:embed="rId4"/>
          <a:stretch>
            <a:fillRect/>
          </a:stretch>
        </p:blipFill>
        <p:spPr>
          <a:xfrm>
            <a:off x="868680" y="3557016"/>
            <a:ext cx="256032" cy="256032"/>
          </a:xfrm>
          <a:prstGeom prst="rect">
            <a:avLst/>
          </a:prstGeom>
        </p:spPr>
      </p:pic>
      <p:sp>
        <p:nvSpPr>
          <p:cNvPr id="12" name="a02f_rt0.5_2"/>
          <p:cNvSpPr txBox="1"/>
          <p:nvPr/>
        </p:nvSpPr>
        <p:spPr>
          <a:xfrm>
            <a:off x="1325880" y="3493008"/>
            <a:ext cx="4434840" cy="384048"/>
          </a:xfrm>
          <a:prstGeom prst="rect">
            <a:avLst/>
          </a:prstGeom>
          <a:noFill/>
          <a:ln/>
        </p:spPr>
        <p:txBody>
          <a:bodyPr wrap="square" lIns="0" tIns="0" rIns="0" bIns="0" rtlCol="0" anchor="ctr"/>
          <a:lstStyle/>
          <a:p>
            <a:pPr algn="l" indent="0" marL="0">
              <a:buNone/>
            </a:pPr>
            <a:r>
              <a:rPr lang="en-US" sz="1700" dirty="0">
                <a:solidFill>
                  <a:schemeClr val="tx1"/>
                </a:solidFill>
              </a:rPr>
              <a:t>See anonymised demand nearby</a:t>
            </a:r>
            <a:endParaRPr lang="en-US" sz="1700" dirty="0"/>
          </a:p>
        </p:txBody>
      </p:sp>
      <p:pic>
        <p:nvPicPr>
          <p:cNvPr id="13" name="a02f_ri0.5_3" descr="preencoded.png">    </p:cNvPr>
          <p:cNvPicPr>
            <a:picLocks noChangeAspect="1"/>
          </p:cNvPicPr>
          <p:nvPr/>
        </p:nvPicPr>
        <p:blipFill>
          <a:blip r:embed="rId5"/>
          <a:stretch>
            <a:fillRect/>
          </a:stretch>
        </p:blipFill>
        <p:spPr>
          <a:xfrm>
            <a:off x="868680" y="4069080"/>
            <a:ext cx="256032" cy="256032"/>
          </a:xfrm>
          <a:prstGeom prst="rect">
            <a:avLst/>
          </a:prstGeom>
        </p:spPr>
      </p:pic>
      <p:sp>
        <p:nvSpPr>
          <p:cNvPr id="14" name="a02f_rt0.5_3"/>
          <p:cNvSpPr txBox="1"/>
          <p:nvPr/>
        </p:nvSpPr>
        <p:spPr>
          <a:xfrm>
            <a:off x="1325880" y="4005072"/>
            <a:ext cx="4434840" cy="384048"/>
          </a:xfrm>
          <a:prstGeom prst="rect">
            <a:avLst/>
          </a:prstGeom>
          <a:noFill/>
          <a:ln/>
        </p:spPr>
        <p:txBody>
          <a:bodyPr wrap="square" lIns="0" tIns="0" rIns="0" bIns="0" rtlCol="0" anchor="ctr"/>
          <a:lstStyle/>
          <a:p>
            <a:pPr algn="l" indent="0" marL="0">
              <a:buNone/>
            </a:pPr>
            <a:r>
              <a:rPr lang="en-US" sz="1700" dirty="0">
                <a:solidFill>
                  <a:schemeClr val="tx1"/>
                </a:solidFill>
              </a:rPr>
              <a:t>Start the background check any time</a:t>
            </a:r>
            <a:endParaRPr lang="en-US" sz="1700" dirty="0"/>
          </a:p>
        </p:txBody>
      </p:sp>
      <p:pic>
        <p:nvPicPr>
          <p:cNvPr id="15" name="a02f_ri0.5_4" descr="preencoded.png">    </p:cNvPr>
          <p:cNvPicPr>
            <a:picLocks noChangeAspect="1"/>
          </p:cNvPicPr>
          <p:nvPr/>
        </p:nvPicPr>
        <p:blipFill>
          <a:blip r:embed="rId6"/>
          <a:stretch>
            <a:fillRect/>
          </a:stretch>
        </p:blipFill>
        <p:spPr>
          <a:xfrm>
            <a:off x="868680" y="4581144"/>
            <a:ext cx="256032" cy="256032"/>
          </a:xfrm>
          <a:prstGeom prst="rect">
            <a:avLst/>
          </a:prstGeom>
        </p:spPr>
      </p:pic>
      <p:sp>
        <p:nvSpPr>
          <p:cNvPr id="16" name="a02f_rt0.5_4"/>
          <p:cNvSpPr txBox="1"/>
          <p:nvPr/>
        </p:nvSpPr>
        <p:spPr>
          <a:xfrm>
            <a:off x="1325880" y="4517136"/>
            <a:ext cx="4434840" cy="384048"/>
          </a:xfrm>
          <a:prstGeom prst="rect">
            <a:avLst/>
          </a:prstGeom>
          <a:noFill/>
          <a:ln/>
        </p:spPr>
        <p:txBody>
          <a:bodyPr wrap="square" lIns="0" tIns="0" rIns="0" bIns="0" rtlCol="0" anchor="ctr"/>
          <a:lstStyle/>
          <a:p>
            <a:pPr algn="l" indent="0" marL="0">
              <a:buNone/>
            </a:pPr>
            <a:r>
              <a:rPr lang="en-US" sz="1700" dirty="0">
                <a:solidFill>
                  <a:schemeClr val="tx1"/>
                </a:solidFill>
              </a:rPr>
              <a:t>Book services as a Seeker</a:t>
            </a:r>
            <a:endParaRPr lang="en-US" sz="1700" dirty="0"/>
          </a:p>
        </p:txBody>
      </p:sp>
      <p:sp>
        <p:nvSpPr>
          <p:cNvPr id="17" name="a03r_col6.8"/>
          <p:cNvSpPr/>
          <p:nvPr/>
        </p:nvSpPr>
        <p:spPr>
          <a:xfrm>
            <a:off x="6217920" y="1371600"/>
            <a:ext cx="5486400" cy="3749040"/>
          </a:xfrm>
          <a:prstGeom prst="roundRect">
            <a:avLst>
              <a:gd name="adj" fmla="val 2927"/>
            </a:avLst>
          </a:prstGeom>
          <a:solidFill>
            <a:schemeClr val="accent6">
              <a:alpha val="20000"/>
            </a:schemeClr>
          </a:solidFill>
          <a:ln w="25400">
            <a:solidFill>
              <a:schemeClr val="accent6"/>
            </a:solidFill>
            <a:prstDash val="solid"/>
          </a:ln>
        </p:spPr>
      </p:sp>
      <p:sp>
        <p:nvSpPr>
          <p:cNvPr id="18" name="a03r_colb6.8"/>
          <p:cNvSpPr/>
          <p:nvPr/>
        </p:nvSpPr>
        <p:spPr>
          <a:xfrm>
            <a:off x="6492240" y="1600200"/>
            <a:ext cx="640080" cy="640080"/>
          </a:xfrm>
          <a:prstGeom prst="ellipse">
            <a:avLst/>
          </a:prstGeom>
          <a:solidFill>
            <a:schemeClr val="accent6"/>
          </a:solidFill>
          <a:ln/>
        </p:spPr>
      </p:sp>
      <p:pic>
        <p:nvPicPr>
          <p:cNvPr id="19" name="a03r_colb6.8_i" descr="preencoded.png">    </p:cNvPr>
          <p:cNvPicPr>
            <a:picLocks noChangeAspect="1"/>
          </p:cNvPicPr>
          <p:nvPr/>
        </p:nvPicPr>
        <p:blipFill>
          <a:blip r:embed="rId7"/>
          <a:stretch>
            <a:fillRect/>
          </a:stretch>
        </p:blipFill>
        <p:spPr>
          <a:xfrm>
            <a:off x="6658661" y="1766621"/>
            <a:ext cx="307238" cy="307238"/>
          </a:xfrm>
          <a:prstGeom prst="rect">
            <a:avLst/>
          </a:prstGeom>
        </p:spPr>
      </p:pic>
      <p:sp>
        <p:nvSpPr>
          <p:cNvPr id="20" name="a03r_colh6.8"/>
          <p:cNvSpPr txBox="1"/>
          <p:nvPr/>
        </p:nvSpPr>
        <p:spPr>
          <a:xfrm>
            <a:off x="7315200" y="1600200"/>
            <a:ext cx="4206240" cy="640080"/>
          </a:xfrm>
          <a:prstGeom prst="rect">
            <a:avLst/>
          </a:prstGeom>
          <a:noFill/>
          <a:ln/>
        </p:spPr>
        <p:txBody>
          <a:bodyPr wrap="square" lIns="0" tIns="0" rIns="0" bIns="0" rtlCol="0" anchor="ctr"/>
          <a:lstStyle/>
          <a:p>
            <a:pPr algn="l" indent="0" marL="0">
              <a:buNone/>
            </a:pPr>
            <a:r>
              <a:rPr lang="en-US" sz="2200" b="1" dirty="0">
                <a:solidFill>
                  <a:schemeClr val="tx1"/>
                </a:solidFill>
              </a:rPr>
              <a:t>Locked until the check is Clear</a:t>
            </a:r>
            <a:endParaRPr lang="en-US" sz="2200" dirty="0"/>
          </a:p>
        </p:txBody>
      </p:sp>
      <p:pic>
        <p:nvPicPr>
          <p:cNvPr id="21" name="a04f_ri6.8_0" descr="preencoded.png">    </p:cNvPr>
          <p:cNvPicPr>
            <a:picLocks noChangeAspect="1"/>
          </p:cNvPicPr>
          <p:nvPr/>
        </p:nvPicPr>
        <p:blipFill>
          <a:blip r:embed="rId8"/>
          <a:stretch>
            <a:fillRect/>
          </a:stretch>
        </p:blipFill>
        <p:spPr>
          <a:xfrm>
            <a:off x="6629400" y="2532888"/>
            <a:ext cx="256032" cy="256032"/>
          </a:xfrm>
          <a:prstGeom prst="rect">
            <a:avLst/>
          </a:prstGeom>
        </p:spPr>
      </p:pic>
      <p:sp>
        <p:nvSpPr>
          <p:cNvPr id="22" name="a04f_rt6.8_0"/>
          <p:cNvSpPr txBox="1"/>
          <p:nvPr/>
        </p:nvSpPr>
        <p:spPr>
          <a:xfrm>
            <a:off x="7086600" y="2468880"/>
            <a:ext cx="4434840" cy="384048"/>
          </a:xfrm>
          <a:prstGeom prst="rect">
            <a:avLst/>
          </a:prstGeom>
          <a:noFill/>
          <a:ln/>
        </p:spPr>
        <p:txBody>
          <a:bodyPr wrap="square" lIns="0" tIns="0" rIns="0" bIns="0" rtlCol="0" anchor="ctr"/>
          <a:lstStyle/>
          <a:p>
            <a:pPr algn="l" indent="0" marL="0">
              <a:buNone/>
            </a:pPr>
            <a:r>
              <a:rPr lang="en-US" sz="1700" dirty="0">
                <a:solidFill>
                  <a:schemeClr val="tx1"/>
                </a:solidFill>
              </a:rPr>
              <a:t>Appear in seeker search</a:t>
            </a:r>
            <a:endParaRPr lang="en-US" sz="1700" dirty="0"/>
          </a:p>
        </p:txBody>
      </p:sp>
      <p:pic>
        <p:nvPicPr>
          <p:cNvPr id="23" name="a04f_ri6.8_1" descr="preencoded.png">    </p:cNvPr>
          <p:cNvPicPr>
            <a:picLocks noChangeAspect="1"/>
          </p:cNvPicPr>
          <p:nvPr/>
        </p:nvPicPr>
        <p:blipFill>
          <a:blip r:embed="rId9"/>
          <a:stretch>
            <a:fillRect/>
          </a:stretch>
        </p:blipFill>
        <p:spPr>
          <a:xfrm>
            <a:off x="6629400" y="3044952"/>
            <a:ext cx="256032" cy="256032"/>
          </a:xfrm>
          <a:prstGeom prst="rect">
            <a:avLst/>
          </a:prstGeom>
        </p:spPr>
      </p:pic>
      <p:sp>
        <p:nvSpPr>
          <p:cNvPr id="24" name="a04f_rt6.8_1"/>
          <p:cNvSpPr txBox="1"/>
          <p:nvPr/>
        </p:nvSpPr>
        <p:spPr>
          <a:xfrm>
            <a:off x="7086600" y="2980944"/>
            <a:ext cx="4434840" cy="384048"/>
          </a:xfrm>
          <a:prstGeom prst="rect">
            <a:avLst/>
          </a:prstGeom>
          <a:noFill/>
          <a:ln/>
        </p:spPr>
        <p:txBody>
          <a:bodyPr wrap="square" lIns="0" tIns="0" rIns="0" bIns="0" rtlCol="0" anchor="ctr"/>
          <a:lstStyle/>
          <a:p>
            <a:pPr algn="l" indent="0" marL="0">
              <a:buNone/>
            </a:pPr>
            <a:r>
              <a:rPr lang="en-US" sz="1700" dirty="0">
                <a:solidFill>
                  <a:schemeClr val="tx1"/>
                </a:solidFill>
              </a:rPr>
              <a:t>Message a seeker</a:t>
            </a:r>
            <a:endParaRPr lang="en-US" sz="1700" dirty="0"/>
          </a:p>
        </p:txBody>
      </p:sp>
      <p:pic>
        <p:nvPicPr>
          <p:cNvPr id="25" name="a04f_ri6.8_2" descr="preencoded.png">    </p:cNvPr>
          <p:cNvPicPr>
            <a:picLocks noChangeAspect="1"/>
          </p:cNvPicPr>
          <p:nvPr/>
        </p:nvPicPr>
        <p:blipFill>
          <a:blip r:embed="rId10"/>
          <a:stretch>
            <a:fillRect/>
          </a:stretch>
        </p:blipFill>
        <p:spPr>
          <a:xfrm>
            <a:off x="6629400" y="3557016"/>
            <a:ext cx="256032" cy="256032"/>
          </a:xfrm>
          <a:prstGeom prst="rect">
            <a:avLst/>
          </a:prstGeom>
        </p:spPr>
      </p:pic>
      <p:sp>
        <p:nvSpPr>
          <p:cNvPr id="26" name="a04f_rt6.8_2"/>
          <p:cNvSpPr txBox="1"/>
          <p:nvPr/>
        </p:nvSpPr>
        <p:spPr>
          <a:xfrm>
            <a:off x="7086600" y="3493008"/>
            <a:ext cx="4434840" cy="384048"/>
          </a:xfrm>
          <a:prstGeom prst="rect">
            <a:avLst/>
          </a:prstGeom>
          <a:noFill/>
          <a:ln/>
        </p:spPr>
        <p:txBody>
          <a:bodyPr wrap="square" lIns="0" tIns="0" rIns="0" bIns="0" rtlCol="0" anchor="ctr"/>
          <a:lstStyle/>
          <a:p>
            <a:pPr algn="l" indent="0" marL="0">
              <a:buNone/>
            </a:pPr>
            <a:r>
              <a:rPr lang="en-US" sz="1700" dirty="0">
                <a:solidFill>
                  <a:schemeClr val="tx1"/>
                </a:solidFill>
              </a:rPr>
              <a:t>Send an offer or accept a job</a:t>
            </a:r>
            <a:endParaRPr lang="en-US" sz="1700" dirty="0"/>
          </a:p>
        </p:txBody>
      </p:sp>
      <p:pic>
        <p:nvPicPr>
          <p:cNvPr id="27" name="a04f_ri6.8_3" descr="preencoded.png">    </p:cNvPr>
          <p:cNvPicPr>
            <a:picLocks noChangeAspect="1"/>
          </p:cNvPicPr>
          <p:nvPr/>
        </p:nvPicPr>
        <p:blipFill>
          <a:blip r:embed="rId11"/>
          <a:stretch>
            <a:fillRect/>
          </a:stretch>
        </p:blipFill>
        <p:spPr>
          <a:xfrm>
            <a:off x="6629400" y="4069080"/>
            <a:ext cx="256032" cy="256032"/>
          </a:xfrm>
          <a:prstGeom prst="rect">
            <a:avLst/>
          </a:prstGeom>
        </p:spPr>
      </p:pic>
      <p:sp>
        <p:nvSpPr>
          <p:cNvPr id="28" name="a04f_rt6.8_3"/>
          <p:cNvSpPr txBox="1"/>
          <p:nvPr/>
        </p:nvSpPr>
        <p:spPr>
          <a:xfrm>
            <a:off x="7086600" y="4005072"/>
            <a:ext cx="4434840" cy="384048"/>
          </a:xfrm>
          <a:prstGeom prst="rect">
            <a:avLst/>
          </a:prstGeom>
          <a:noFill/>
          <a:ln/>
        </p:spPr>
        <p:txBody>
          <a:bodyPr wrap="square" lIns="0" tIns="0" rIns="0" bIns="0" rtlCol="0" anchor="ctr"/>
          <a:lstStyle/>
          <a:p>
            <a:pPr algn="l" indent="0" marL="0">
              <a:buNone/>
            </a:pPr>
            <a:r>
              <a:rPr lang="en-US" sz="1700" dirty="0">
                <a:solidFill>
                  <a:schemeClr val="tx1"/>
                </a:solidFill>
              </a:rPr>
              <a:t>See seeker names, addresses, phones</a:t>
            </a:r>
            <a:endParaRPr lang="en-US" sz="1700" dirty="0"/>
          </a:p>
        </p:txBody>
      </p:sp>
      <p:pic>
        <p:nvPicPr>
          <p:cNvPr id="29" name="a04f_ri6.8_4" descr="preencoded.png">    </p:cNvPr>
          <p:cNvPicPr>
            <a:picLocks noChangeAspect="1"/>
          </p:cNvPicPr>
          <p:nvPr/>
        </p:nvPicPr>
        <p:blipFill>
          <a:blip r:embed="rId12"/>
          <a:stretch>
            <a:fillRect/>
          </a:stretch>
        </p:blipFill>
        <p:spPr>
          <a:xfrm>
            <a:off x="6629400" y="4581144"/>
            <a:ext cx="256032" cy="256032"/>
          </a:xfrm>
          <a:prstGeom prst="rect">
            <a:avLst/>
          </a:prstGeom>
        </p:spPr>
      </p:pic>
      <p:sp>
        <p:nvSpPr>
          <p:cNvPr id="30" name="a04f_rt6.8_4"/>
          <p:cNvSpPr txBox="1"/>
          <p:nvPr/>
        </p:nvSpPr>
        <p:spPr>
          <a:xfrm>
            <a:off x="7086600" y="4517136"/>
            <a:ext cx="4434840" cy="384048"/>
          </a:xfrm>
          <a:prstGeom prst="rect">
            <a:avLst/>
          </a:prstGeom>
          <a:noFill/>
          <a:ln/>
        </p:spPr>
        <p:txBody>
          <a:bodyPr wrap="square" lIns="0" tIns="0" rIns="0" bIns="0" rtlCol="0" anchor="ctr"/>
          <a:lstStyle/>
          <a:p>
            <a:pPr algn="l" indent="0" marL="0">
              <a:buNone/>
            </a:pPr>
            <a:r>
              <a:rPr lang="en-US" sz="1700" dirty="0">
                <a:solidFill>
                  <a:schemeClr val="tx1"/>
                </a:solidFill>
              </a:rPr>
              <a:t>Choose a plan</a:t>
            </a:r>
            <a:endParaRPr lang="en-US" sz="1700" dirty="0"/>
          </a:p>
        </p:txBody>
      </p:sp>
      <p:sp>
        <p:nvSpPr>
          <p:cNvPr id="31" name="a05u_intent"/>
          <p:cNvSpPr/>
          <p:nvPr/>
        </p:nvSpPr>
        <p:spPr>
          <a:xfrm>
            <a:off x="457200" y="5349240"/>
            <a:ext cx="11247120" cy="731520"/>
          </a:xfrm>
          <a:prstGeom prst="roundRect">
            <a:avLst>
              <a:gd name="adj" fmla="val 18750"/>
            </a:avLst>
          </a:prstGeom>
          <a:solidFill>
            <a:schemeClr val="tx1"/>
          </a:solidFill>
          <a:ln/>
        </p:spPr>
      </p:sp>
      <p:sp>
        <p:nvSpPr>
          <p:cNvPr id="32" name="a05u_intentt"/>
          <p:cNvSpPr txBox="1"/>
          <p:nvPr/>
        </p:nvSpPr>
        <p:spPr>
          <a:xfrm>
            <a:off x="731520" y="5349240"/>
            <a:ext cx="10789920" cy="731520"/>
          </a:xfrm>
          <a:prstGeom prst="rect">
            <a:avLst/>
          </a:prstGeom>
          <a:noFill/>
          <a:ln/>
        </p:spPr>
        <p:txBody>
          <a:bodyPr wrap="square" lIns="0" tIns="0" rIns="0" bIns="0" rtlCol="0" anchor="ctr"/>
          <a:lstStyle/>
          <a:p>
            <a:pPr indent="0" marL="0">
              <a:buNone/>
            </a:pPr>
            <a:r>
              <a:rPr lang="en-US" sz="1700" b="1" dirty="0">
                <a:solidFill>
                  <a:schemeClr val="accent3"/>
                </a:solidFill>
              </a:rPr>
              <a:t>At the moment of intent:  </a:t>
            </a:r>
            <a:pPr indent="0" marL="0">
              <a:buNone/>
            </a:pPr>
            <a:r>
              <a:rPr lang="en-US" sz="1700" dirty="0">
                <a:solidFill>
                  <a:schemeClr val="bg1"/>
                </a:solidFill>
              </a:rPr>
              <a:t>tap a locked action  →  “Verify your identity to start getting jobs”  →  Start background check</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118" fill="hold">
                      <p:stCondLst>
                        <p:cond delay="indefinite"/>
                        <p:cond evt="onBegin" delay="0">
                          <p:tgtEl>
                            <p:sldTgt/>
                          </p:tgtEl>
                        </p:cond>
                      </p:stCondLst>
                      <p:childTnLst>
                        <p:par>
                          <p:cTn id="113"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20" decel="100000" fill="hold"/>
                                        <p:tgtEl>
                                          <p:spTgt spid="3"/>
                                        </p:tgtEl>
                                        <p:attrNameLst>
                                          <p:attrName>ppt_x</p:attrName>
                                        </p:attrNameLst>
                                      </p:cBhvr>
                                      <p:tavLst>
                                        <p:tav tm="0">
                                          <p:val>
                                            <p:strVal val="#ppt_x-0.12"/>
                                          </p:val>
                                        </p:tav>
                                        <p:tav tm="100000">
                                          <p:val>
                                            <p:strVal val="#ppt_x"/>
                                          </p:val>
                                        </p:tav>
                                      </p:tavLst>
                                    </p:anim>
                                    <p:anim calcmode="lin" valueType="num">
                                      <p:cBhvr additive="base">
                                        <p:cTn id="6" dur="520" decel="100000" fill="hold"/>
                                        <p:tgtEl>
                                          <p:spTgt spid="3"/>
                                        </p:tgtEl>
                                        <p:attrNameLst>
                                          <p:attrName>ppt_y</p:attrName>
                                        </p:attrNameLst>
                                      </p:cBhvr>
                                      <p:tavLst>
                                        <p:tav tm="0">
                                          <p:val>
                                            <p:strVal val="#ppt_y"/>
                                          </p:val>
                                        </p:tav>
                                        <p:tav tm="100000">
                                          <p:val>
                                            <p:strVal val="#ppt_y"/>
                                          </p:val>
                                        </p:tav>
                                      </p:tavLst>
                                    </p:anim>
                                    <p:animEffect transition="in" filter="fade">
                                      <p:cBhvr>
                                        <p:cTn id="7" dur="520"/>
                                        <p:tgtEl>
                                          <p:spTgt spid="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20" decel="100000" fill="hold"/>
                                        <p:tgtEl>
                                          <p:spTgt spid="4"/>
                                        </p:tgtEl>
                                        <p:attrNameLst>
                                          <p:attrName>ppt_x</p:attrName>
                                        </p:attrNameLst>
                                      </p:cBhvr>
                                      <p:tavLst>
                                        <p:tav tm="0">
                                          <p:val>
                                            <p:strVal val="#ppt_x-0.12"/>
                                          </p:val>
                                        </p:tav>
                                        <p:tav tm="100000">
                                          <p:val>
                                            <p:strVal val="#ppt_x"/>
                                          </p:val>
                                        </p:tav>
                                      </p:tavLst>
                                    </p:anim>
                                    <p:anim calcmode="lin" valueType="num">
                                      <p:cBhvr additive="base">
                                        <p:cTn id="11" dur="520" decel="100000" fill="hold"/>
                                        <p:tgtEl>
                                          <p:spTgt spid="4"/>
                                        </p:tgtEl>
                                        <p:attrNameLst>
                                          <p:attrName>ppt_y</p:attrName>
                                        </p:attrNameLst>
                                      </p:cBhvr>
                                      <p:tavLst>
                                        <p:tav tm="0">
                                          <p:val>
                                            <p:strVal val="#ppt_y"/>
                                          </p:val>
                                        </p:tav>
                                        <p:tav tm="100000">
                                          <p:val>
                                            <p:strVal val="#ppt_y"/>
                                          </p:val>
                                        </p:tav>
                                      </p:tavLst>
                                    </p:anim>
                                    <p:animEffect transition="in" filter="fade">
                                      <p:cBhvr>
                                        <p:cTn id="12" dur="520"/>
                                        <p:tgtEl>
                                          <p:spTgt spid="4"/>
                                        </p:tgtEl>
                                      </p:cBhvr>
                                    </p:animEffect>
                                  </p:childTnLst>
                                </p:cTn>
                              </p:par>
                              <p:par>
                                <p:cTn id="13" presetID="42"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20" decel="100000" fill="hold"/>
                                        <p:tgtEl>
                                          <p:spTgt spid="5"/>
                                        </p:tgtEl>
                                        <p:attrNameLst>
                                          <p:attrName>ppt_x</p:attrName>
                                        </p:attrNameLst>
                                      </p:cBhvr>
                                      <p:tavLst>
                                        <p:tav tm="0">
                                          <p:val>
                                            <p:strVal val="#ppt_x-0.12"/>
                                          </p:val>
                                        </p:tav>
                                        <p:tav tm="100000">
                                          <p:val>
                                            <p:strVal val="#ppt_x"/>
                                          </p:val>
                                        </p:tav>
                                      </p:tavLst>
                                    </p:anim>
                                    <p:anim calcmode="lin" valueType="num">
                                      <p:cBhvr additive="base">
                                        <p:cTn id="16" dur="520" decel="100000" fill="hold"/>
                                        <p:tgtEl>
                                          <p:spTgt spid="5"/>
                                        </p:tgtEl>
                                        <p:attrNameLst>
                                          <p:attrName>ppt_y</p:attrName>
                                        </p:attrNameLst>
                                      </p:cBhvr>
                                      <p:tavLst>
                                        <p:tav tm="0">
                                          <p:val>
                                            <p:strVal val="#ppt_y"/>
                                          </p:val>
                                        </p:tav>
                                        <p:tav tm="100000">
                                          <p:val>
                                            <p:strVal val="#ppt_y"/>
                                          </p:val>
                                        </p:tav>
                                      </p:tavLst>
                                    </p:anim>
                                    <p:animEffect transition="in" filter="fade">
                                      <p:cBhvr>
                                        <p:cTn id="17" dur="520"/>
                                        <p:tgtEl>
                                          <p:spTgt spid="5"/>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20" decel="100000" fill="hold"/>
                                        <p:tgtEl>
                                          <p:spTgt spid="6"/>
                                        </p:tgtEl>
                                        <p:attrNameLst>
                                          <p:attrName>ppt_x</p:attrName>
                                        </p:attrNameLst>
                                      </p:cBhvr>
                                      <p:tavLst>
                                        <p:tav tm="0">
                                          <p:val>
                                            <p:strVal val="#ppt_x-0.12"/>
                                          </p:val>
                                        </p:tav>
                                        <p:tav tm="100000">
                                          <p:val>
                                            <p:strVal val="#ppt_x"/>
                                          </p:val>
                                        </p:tav>
                                      </p:tavLst>
                                    </p:anim>
                                    <p:anim calcmode="lin" valueType="num">
                                      <p:cBhvr additive="base">
                                        <p:cTn id="21" dur="520" decel="100000" fill="hold"/>
                                        <p:tgtEl>
                                          <p:spTgt spid="6"/>
                                        </p:tgtEl>
                                        <p:attrNameLst>
                                          <p:attrName>ppt_y</p:attrName>
                                        </p:attrNameLst>
                                      </p:cBhvr>
                                      <p:tavLst>
                                        <p:tav tm="0">
                                          <p:val>
                                            <p:strVal val="#ppt_y"/>
                                          </p:val>
                                        </p:tav>
                                        <p:tav tm="100000">
                                          <p:val>
                                            <p:strVal val="#ppt_y"/>
                                          </p:val>
                                        </p:tav>
                                      </p:tavLst>
                                    </p:anim>
                                    <p:animEffect transition="in" filter="fade">
                                      <p:cBhvr>
                                        <p:cTn id="22" dur="520"/>
                                        <p:tgtEl>
                                          <p:spTgt spid="6"/>
                                        </p:tgtEl>
                                      </p:cBhvr>
                                    </p:animEffect>
                                  </p:childTnLst>
                                </p:cTn>
                              </p:par>
                            </p:childTnLst>
                          </p:cTn>
                        </p:par>
                        <p:par>
                          <p:cTn id="114" fill="hold">
                            <p:stCondLst>
                              <p:cond delay="380"/>
                            </p:stCondLst>
                            <p:childTnLst>
                              <p:par>
                                <p:cTn id="23" presetID="10"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2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2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2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2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2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2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2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2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2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20"/>
                                        <p:tgtEl>
                                          <p:spTgt spid="16"/>
                                        </p:tgtEl>
                                      </p:cBhvr>
                                    </p:animEffect>
                                  </p:childTnLst>
                                </p:cTn>
                              </p:par>
                            </p:childTnLst>
                          </p:cTn>
                        </p:par>
                        <p:par>
                          <p:cTn id="115" fill="hold">
                            <p:stCondLst>
                              <p:cond delay="760"/>
                            </p:stCondLst>
                            <p:childTnLst>
                              <p:par>
                                <p:cTn id="53" presetID="42"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20" decel="100000" fill="hold"/>
                                        <p:tgtEl>
                                          <p:spTgt spid="17"/>
                                        </p:tgtEl>
                                        <p:attrNameLst>
                                          <p:attrName>ppt_x</p:attrName>
                                        </p:attrNameLst>
                                      </p:cBhvr>
                                      <p:tavLst>
                                        <p:tav tm="0">
                                          <p:val>
                                            <p:strVal val="#ppt_x+0.12"/>
                                          </p:val>
                                        </p:tav>
                                        <p:tav tm="100000">
                                          <p:val>
                                            <p:strVal val="#ppt_x"/>
                                          </p:val>
                                        </p:tav>
                                      </p:tavLst>
                                    </p:anim>
                                    <p:anim calcmode="lin" valueType="num">
                                      <p:cBhvr additive="base">
                                        <p:cTn id="56" dur="520" decel="100000" fill="hold"/>
                                        <p:tgtEl>
                                          <p:spTgt spid="17"/>
                                        </p:tgtEl>
                                        <p:attrNameLst>
                                          <p:attrName>ppt_y</p:attrName>
                                        </p:attrNameLst>
                                      </p:cBhvr>
                                      <p:tavLst>
                                        <p:tav tm="0">
                                          <p:val>
                                            <p:strVal val="#ppt_y"/>
                                          </p:val>
                                        </p:tav>
                                        <p:tav tm="100000">
                                          <p:val>
                                            <p:strVal val="#ppt_y"/>
                                          </p:val>
                                        </p:tav>
                                      </p:tavLst>
                                    </p:anim>
                                    <p:animEffect transition="in" filter="fade">
                                      <p:cBhvr>
                                        <p:cTn id="57" dur="520"/>
                                        <p:tgtEl>
                                          <p:spTgt spid="17"/>
                                        </p:tgtEl>
                                      </p:cBhvr>
                                    </p:animEffect>
                                  </p:childTnLst>
                                </p:cTn>
                              </p:par>
                              <p:par>
                                <p:cTn id="58" presetID="42"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additive="base">
                                        <p:cTn id="60" dur="520" decel="100000" fill="hold"/>
                                        <p:tgtEl>
                                          <p:spTgt spid="18"/>
                                        </p:tgtEl>
                                        <p:attrNameLst>
                                          <p:attrName>ppt_x</p:attrName>
                                        </p:attrNameLst>
                                      </p:cBhvr>
                                      <p:tavLst>
                                        <p:tav tm="0">
                                          <p:val>
                                            <p:strVal val="#ppt_x+0.12"/>
                                          </p:val>
                                        </p:tav>
                                        <p:tav tm="100000">
                                          <p:val>
                                            <p:strVal val="#ppt_x"/>
                                          </p:val>
                                        </p:tav>
                                      </p:tavLst>
                                    </p:anim>
                                    <p:anim calcmode="lin" valueType="num">
                                      <p:cBhvr additive="base">
                                        <p:cTn id="61" dur="520" decel="100000" fill="hold"/>
                                        <p:tgtEl>
                                          <p:spTgt spid="18"/>
                                        </p:tgtEl>
                                        <p:attrNameLst>
                                          <p:attrName>ppt_y</p:attrName>
                                        </p:attrNameLst>
                                      </p:cBhvr>
                                      <p:tavLst>
                                        <p:tav tm="0">
                                          <p:val>
                                            <p:strVal val="#ppt_y"/>
                                          </p:val>
                                        </p:tav>
                                        <p:tav tm="100000">
                                          <p:val>
                                            <p:strVal val="#ppt_y"/>
                                          </p:val>
                                        </p:tav>
                                      </p:tavLst>
                                    </p:anim>
                                    <p:animEffect transition="in" filter="fade">
                                      <p:cBhvr>
                                        <p:cTn id="62" dur="520"/>
                                        <p:tgtEl>
                                          <p:spTgt spid="18"/>
                                        </p:tgtEl>
                                      </p:cBhvr>
                                    </p:animEffect>
                                  </p:childTnLst>
                                </p:cTn>
                              </p:par>
                              <p:par>
                                <p:cTn id="63" presetID="42" presetClass="entr" presetSubtype="0"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anim calcmode="lin" valueType="num">
                                      <p:cBhvr additive="base">
                                        <p:cTn id="65" dur="520" decel="100000" fill="hold"/>
                                        <p:tgtEl>
                                          <p:spTgt spid="19"/>
                                        </p:tgtEl>
                                        <p:attrNameLst>
                                          <p:attrName>ppt_x</p:attrName>
                                        </p:attrNameLst>
                                      </p:cBhvr>
                                      <p:tavLst>
                                        <p:tav tm="0">
                                          <p:val>
                                            <p:strVal val="#ppt_x+0.12"/>
                                          </p:val>
                                        </p:tav>
                                        <p:tav tm="100000">
                                          <p:val>
                                            <p:strVal val="#ppt_x"/>
                                          </p:val>
                                        </p:tav>
                                      </p:tavLst>
                                    </p:anim>
                                    <p:anim calcmode="lin" valueType="num">
                                      <p:cBhvr additive="base">
                                        <p:cTn id="66" dur="520" decel="100000" fill="hold"/>
                                        <p:tgtEl>
                                          <p:spTgt spid="19"/>
                                        </p:tgtEl>
                                        <p:attrNameLst>
                                          <p:attrName>ppt_y</p:attrName>
                                        </p:attrNameLst>
                                      </p:cBhvr>
                                      <p:tavLst>
                                        <p:tav tm="0">
                                          <p:val>
                                            <p:strVal val="#ppt_y"/>
                                          </p:val>
                                        </p:tav>
                                        <p:tav tm="100000">
                                          <p:val>
                                            <p:strVal val="#ppt_y"/>
                                          </p:val>
                                        </p:tav>
                                      </p:tavLst>
                                    </p:anim>
                                    <p:animEffect transition="in" filter="fade">
                                      <p:cBhvr>
                                        <p:cTn id="67" dur="520"/>
                                        <p:tgtEl>
                                          <p:spTgt spid="19"/>
                                        </p:tgtEl>
                                      </p:cBhvr>
                                    </p:animEffect>
                                  </p:childTnLst>
                                </p:cTn>
                              </p:par>
                              <p:par>
                                <p:cTn id="68" presetID="42" presetClass="entr" presetSubtype="0" fill="hold" grpId="0" nodeType="withEffect">
                                  <p:stCondLst>
                                    <p:cond delay="0"/>
                                  </p:stCondLst>
                                  <p:childTnLst>
                                    <p:set>
                                      <p:cBhvr>
                                        <p:cTn id="69" dur="1" fill="hold">
                                          <p:stCondLst>
                                            <p:cond delay="0"/>
                                          </p:stCondLst>
                                        </p:cTn>
                                        <p:tgtEl>
                                          <p:spTgt spid="20"/>
                                        </p:tgtEl>
                                        <p:attrNameLst>
                                          <p:attrName>style.visibility</p:attrName>
                                        </p:attrNameLst>
                                      </p:cBhvr>
                                      <p:to>
                                        <p:strVal val="visible"/>
                                      </p:to>
                                    </p:set>
                                    <p:anim calcmode="lin" valueType="num">
                                      <p:cBhvr additive="base">
                                        <p:cTn id="70" dur="520" decel="100000" fill="hold"/>
                                        <p:tgtEl>
                                          <p:spTgt spid="20"/>
                                        </p:tgtEl>
                                        <p:attrNameLst>
                                          <p:attrName>ppt_x</p:attrName>
                                        </p:attrNameLst>
                                      </p:cBhvr>
                                      <p:tavLst>
                                        <p:tav tm="0">
                                          <p:val>
                                            <p:strVal val="#ppt_x+0.12"/>
                                          </p:val>
                                        </p:tav>
                                        <p:tav tm="100000">
                                          <p:val>
                                            <p:strVal val="#ppt_x"/>
                                          </p:val>
                                        </p:tav>
                                      </p:tavLst>
                                    </p:anim>
                                    <p:anim calcmode="lin" valueType="num">
                                      <p:cBhvr additive="base">
                                        <p:cTn id="71" dur="520" decel="100000" fill="hold"/>
                                        <p:tgtEl>
                                          <p:spTgt spid="20"/>
                                        </p:tgtEl>
                                        <p:attrNameLst>
                                          <p:attrName>ppt_y</p:attrName>
                                        </p:attrNameLst>
                                      </p:cBhvr>
                                      <p:tavLst>
                                        <p:tav tm="0">
                                          <p:val>
                                            <p:strVal val="#ppt_y"/>
                                          </p:val>
                                        </p:tav>
                                        <p:tav tm="100000">
                                          <p:val>
                                            <p:strVal val="#ppt_y"/>
                                          </p:val>
                                        </p:tav>
                                      </p:tavLst>
                                    </p:anim>
                                    <p:animEffect transition="in" filter="fade">
                                      <p:cBhvr>
                                        <p:cTn id="72" dur="520"/>
                                        <p:tgtEl>
                                          <p:spTgt spid="20"/>
                                        </p:tgtEl>
                                      </p:cBhvr>
                                    </p:animEffect>
                                  </p:childTnLst>
                                </p:cTn>
                              </p:par>
                            </p:childTnLst>
                          </p:cTn>
                        </p:par>
                        <p:par>
                          <p:cTn id="116" fill="hold">
                            <p:stCondLst>
                              <p:cond delay="1140"/>
                            </p:stCondLst>
                            <p:childTnLst>
                              <p:par>
                                <p:cTn id="73" presetID="10" presetClass="entr" presetSubtype="0" fill="hold" grpId="0" nodeType="after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20"/>
                                        <p:tgtEl>
                                          <p:spTgt spid="2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520"/>
                                        <p:tgtEl>
                                          <p:spTgt spid="2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520"/>
                                        <p:tgtEl>
                                          <p:spTgt spid="2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520"/>
                                        <p:tgtEl>
                                          <p:spTgt spid="2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520"/>
                                        <p:tgtEl>
                                          <p:spTgt spid="2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520"/>
                                        <p:tgtEl>
                                          <p:spTgt spid="2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520"/>
                                        <p:tgtEl>
                                          <p:spTgt spid="2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520"/>
                                        <p:tgtEl>
                                          <p:spTgt spid="2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520"/>
                                        <p:tgtEl>
                                          <p:spTgt spid="2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520"/>
                                        <p:tgtEl>
                                          <p:spTgt spid="30"/>
                                        </p:tgtEl>
                                      </p:cBhvr>
                                    </p:animEffect>
                                  </p:childTnLst>
                                </p:cTn>
                              </p:par>
                            </p:childTnLst>
                          </p:cTn>
                        </p:par>
                        <p:par>
                          <p:cTn id="117" fill="hold">
                            <p:stCondLst>
                              <p:cond delay="1520"/>
                            </p:stCondLst>
                            <p:childTnLst>
                              <p:par>
                                <p:cTn id="103" presetID="42" presetClass="entr" presetSubtype="0" fill="hold" grpId="0" nodeType="afterEffect">
                                  <p:stCondLst>
                                    <p:cond delay="0"/>
                                  </p:stCondLst>
                                  <p:childTnLst>
                                    <p:set>
                                      <p:cBhvr>
                                        <p:cTn id="104" dur="1" fill="hold">
                                          <p:stCondLst>
                                            <p:cond delay="0"/>
                                          </p:stCondLst>
                                        </p:cTn>
                                        <p:tgtEl>
                                          <p:spTgt spid="31"/>
                                        </p:tgtEl>
                                        <p:attrNameLst>
                                          <p:attrName>style.visibility</p:attrName>
                                        </p:attrNameLst>
                                      </p:cBhvr>
                                      <p:to>
                                        <p:strVal val="visible"/>
                                      </p:to>
                                    </p:set>
                                    <p:anim calcmode="lin" valueType="num">
                                      <p:cBhvr additive="base">
                                        <p:cTn id="105" dur="520" decel="100000" fill="hold"/>
                                        <p:tgtEl>
                                          <p:spTgt spid="31"/>
                                        </p:tgtEl>
                                        <p:attrNameLst>
                                          <p:attrName>ppt_x</p:attrName>
                                        </p:attrNameLst>
                                      </p:cBhvr>
                                      <p:tavLst>
                                        <p:tav tm="0">
                                          <p:val>
                                            <p:strVal val="#ppt_x"/>
                                          </p:val>
                                        </p:tav>
                                        <p:tav tm="100000">
                                          <p:val>
                                            <p:strVal val="#ppt_x"/>
                                          </p:val>
                                        </p:tav>
                                      </p:tavLst>
                                    </p:anim>
                                    <p:anim calcmode="lin" valueType="num">
                                      <p:cBhvr additive="base">
                                        <p:cTn id="106" dur="520" decel="100000" fill="hold"/>
                                        <p:tgtEl>
                                          <p:spTgt spid="31"/>
                                        </p:tgtEl>
                                        <p:attrNameLst>
                                          <p:attrName>ppt_y</p:attrName>
                                        </p:attrNameLst>
                                      </p:cBhvr>
                                      <p:tavLst>
                                        <p:tav tm="0">
                                          <p:val>
                                            <p:strVal val="#ppt_y+0.15"/>
                                          </p:val>
                                        </p:tav>
                                        <p:tav tm="100000">
                                          <p:val>
                                            <p:strVal val="#ppt_y"/>
                                          </p:val>
                                        </p:tav>
                                      </p:tavLst>
                                    </p:anim>
                                    <p:animEffect transition="in" filter="fade">
                                      <p:cBhvr>
                                        <p:cTn id="107" dur="520"/>
                                        <p:tgtEl>
                                          <p:spTgt spid="31"/>
                                        </p:tgtEl>
                                      </p:cBhvr>
                                    </p:animEffect>
                                  </p:childTnLst>
                                </p:cTn>
                              </p:par>
                              <p:par>
                                <p:cTn id="108" presetID="42" presetClass="entr" presetSubtype="0" fill="hold" grpId="0" nodeType="withEffect">
                                  <p:stCondLst>
                                    <p:cond delay="0"/>
                                  </p:stCondLst>
                                  <p:childTnLst>
                                    <p:set>
                                      <p:cBhvr>
                                        <p:cTn id="109" dur="1" fill="hold">
                                          <p:stCondLst>
                                            <p:cond delay="0"/>
                                          </p:stCondLst>
                                        </p:cTn>
                                        <p:tgtEl>
                                          <p:spTgt spid="32"/>
                                        </p:tgtEl>
                                        <p:attrNameLst>
                                          <p:attrName>style.visibility</p:attrName>
                                        </p:attrNameLst>
                                      </p:cBhvr>
                                      <p:to>
                                        <p:strVal val="visible"/>
                                      </p:to>
                                    </p:set>
                                    <p:anim calcmode="lin" valueType="num">
                                      <p:cBhvr additive="base">
                                        <p:cTn id="110" dur="520" decel="100000" fill="hold"/>
                                        <p:tgtEl>
                                          <p:spTgt spid="32"/>
                                        </p:tgtEl>
                                        <p:attrNameLst>
                                          <p:attrName>ppt_x</p:attrName>
                                        </p:attrNameLst>
                                      </p:cBhvr>
                                      <p:tavLst>
                                        <p:tav tm="0">
                                          <p:val>
                                            <p:strVal val="#ppt_x"/>
                                          </p:val>
                                        </p:tav>
                                        <p:tav tm="100000">
                                          <p:val>
                                            <p:strVal val="#ppt_x"/>
                                          </p:val>
                                        </p:tav>
                                      </p:tavLst>
                                    </p:anim>
                                    <p:anim calcmode="lin" valueType="num">
                                      <p:cBhvr additive="base">
                                        <p:cTn id="111" dur="520" decel="100000" fill="hold"/>
                                        <p:tgtEl>
                                          <p:spTgt spid="32"/>
                                        </p:tgtEl>
                                        <p:attrNameLst>
                                          <p:attrName>ppt_y</p:attrName>
                                        </p:attrNameLst>
                                      </p:cBhvr>
                                      <p:tavLst>
                                        <p:tav tm="0">
                                          <p:val>
                                            <p:strVal val="#ppt_y+0.15"/>
                                          </p:val>
                                        </p:tav>
                                        <p:tav tm="100000">
                                          <p:val>
                                            <p:strVal val="#ppt_y"/>
                                          </p:val>
                                        </p:tav>
                                      </p:tavLst>
                                    </p:anim>
                                    <p:animEffect transition="in" filter="fade">
                                      <p:cBhvr>
                                        <p:cTn id="112" dur="52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8" grpId="0" animBg="1"/>
      <p:bldP spid="10" grpId="0" animBg="1"/>
      <p:bldP spid="12" grpId="0" animBg="1"/>
      <p:bldP spid="14" grpId="0" animBg="1"/>
      <p:bldP spid="16" grpId="0" animBg="1"/>
      <p:bldP spid="17" grpId="0" animBg="1"/>
      <p:bldP spid="18" grpId="0" animBg="1"/>
      <p:bldP spid="20" grpId="0" animBg="1"/>
      <p:bldP spid="22" grpId="0" animBg="1"/>
      <p:bldP spid="24" grpId="0" animBg="1"/>
      <p:bldP spid="26" grpId="0" animBg="1"/>
      <p:bldP spid="28" grpId="0" animBg="1"/>
      <p:bldP spid="30" grpId="0" animBg="1"/>
      <p:bldP spid="31"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77240"/>
          </a:xfrm>
          <a:prstGeom prst="rect">
            <a:avLst/>
          </a:prstGeom>
          <a:noFill/>
          <a:ln/>
        </p:spPr>
        <p:txBody>
          <a:bodyPr wrap="square" lIns="0" tIns="0" rIns="0" bIns="0" rtlCol="0" anchor="ctr"/>
          <a:lstStyle/>
          <a:p>
            <a:pPr algn="l" indent="0" marL="0">
              <a:buNone/>
            </a:pPr>
            <a:r>
              <a:rPr lang="en-US" sz="3600" b="1" dirty="0">
                <a:solidFill>
                  <a:schemeClr val="tx1"/>
                </a:solidFill>
              </a:rPr>
              <a:t>One screen, one action, one locked message</a:t>
            </a:r>
            <a:endParaRPr lang="en-US" sz="3600" dirty="0"/>
          </a:p>
        </p:txBody>
      </p:sp>
      <p:sp>
        <p:nvSpPr>
          <p:cNvPr id="3" name="a01z_sc0"/>
          <p:cNvSpPr/>
          <p:nvPr/>
        </p:nvSpPr>
        <p:spPr>
          <a:xfrm>
            <a:off x="457200" y="1371600"/>
            <a:ext cx="2103120" cy="4754880"/>
          </a:xfrm>
          <a:prstGeom prst="roundRect">
            <a:avLst>
              <a:gd name="adj" fmla="val 5217"/>
            </a:avLst>
          </a:prstGeom>
          <a:solidFill>
            <a:schemeClr val="tx2">
              <a:alpha val="28000"/>
            </a:schemeClr>
          </a:solidFill>
          <a:ln w="19050">
            <a:solidFill>
              <a:schemeClr val="tx2"/>
            </a:solidFill>
            <a:prstDash val="solid"/>
          </a:ln>
        </p:spPr>
      </p:sp>
      <p:sp>
        <p:nvSpPr>
          <p:cNvPr id="4" name="a01z_sb0"/>
          <p:cNvSpPr/>
          <p:nvPr/>
        </p:nvSpPr>
        <p:spPr>
          <a:xfrm>
            <a:off x="640080" y="1572768"/>
            <a:ext cx="685800" cy="685800"/>
          </a:xfrm>
          <a:prstGeom prst="ellipse">
            <a:avLst/>
          </a:prstGeom>
          <a:solidFill>
            <a:schemeClr val="tx2"/>
          </a:solidFill>
          <a:ln/>
        </p:spPr>
      </p:sp>
      <p:pic>
        <p:nvPicPr>
          <p:cNvPr id="5" name="a01z_sb0_i" descr="preencoded.png">    </p:cNvPr>
          <p:cNvPicPr>
            <a:picLocks noChangeAspect="1"/>
          </p:cNvPicPr>
          <p:nvPr/>
        </p:nvPicPr>
        <p:blipFill>
          <a:blip r:embed="rId1"/>
          <a:stretch>
            <a:fillRect/>
          </a:stretch>
        </p:blipFill>
        <p:spPr>
          <a:xfrm>
            <a:off x="818388" y="1751076"/>
            <a:ext cx="329184" cy="329184"/>
          </a:xfrm>
          <a:prstGeom prst="rect">
            <a:avLst/>
          </a:prstGeom>
        </p:spPr>
      </p:pic>
      <p:sp>
        <p:nvSpPr>
          <p:cNvPr id="6" name="a01z_st0"/>
          <p:cNvSpPr txBox="1"/>
          <p:nvPr/>
        </p:nvSpPr>
        <p:spPr>
          <a:xfrm>
            <a:off x="640080" y="2377440"/>
            <a:ext cx="1783080" cy="685800"/>
          </a:xfrm>
          <a:prstGeom prst="rect">
            <a:avLst/>
          </a:prstGeom>
          <a:noFill/>
          <a:ln/>
        </p:spPr>
        <p:txBody>
          <a:bodyPr wrap="square" lIns="0" tIns="0" rIns="0" bIns="0" rtlCol="0" anchor="t"/>
          <a:lstStyle/>
          <a:p>
            <a:pPr algn="l" indent="0" marL="0">
              <a:buNone/>
            </a:pPr>
            <a:r>
              <a:rPr lang="en-US" sz="1800" b="1" dirty="0">
                <a:solidFill>
                  <a:schemeClr val="tx1"/>
                </a:solidFill>
              </a:rPr>
              <a:t>Explainer</a:t>
            </a:r>
            <a:endParaRPr lang="en-US" sz="1800" dirty="0"/>
          </a:p>
        </p:txBody>
      </p:sp>
      <p:sp>
        <p:nvSpPr>
          <p:cNvPr id="7" name="a01z_sl0"/>
          <p:cNvSpPr txBox="1"/>
          <p:nvPr/>
        </p:nvSpPr>
        <p:spPr>
          <a:xfrm>
            <a:off x="640080" y="3127248"/>
            <a:ext cx="1737360" cy="228600"/>
          </a:xfrm>
          <a:prstGeom prst="rect">
            <a:avLst/>
          </a:prstGeom>
          <a:noFill/>
          <a:ln/>
        </p:spPr>
        <p:txBody>
          <a:bodyPr wrap="square" lIns="0" tIns="0" rIns="0" bIns="0" rtlCol="0" anchor="t"/>
          <a:lstStyle/>
          <a:p>
            <a:pPr algn="l" indent="0" marL="0">
              <a:buNone/>
            </a:pPr>
            <a:r>
              <a:rPr lang="en-US" sz="1100" b="1" dirty="0">
                <a:solidFill>
                  <a:schemeClr val="tx2"/>
                </a:solidFill>
              </a:rPr>
              <a:t>SHOWS</a:t>
            </a:r>
            <a:endParaRPr lang="en-US" sz="1100" dirty="0"/>
          </a:p>
        </p:txBody>
      </p:sp>
      <p:sp>
        <p:nvSpPr>
          <p:cNvPr id="8" name="a01z_ss0"/>
          <p:cNvSpPr txBox="1"/>
          <p:nvPr/>
        </p:nvSpPr>
        <p:spPr>
          <a:xfrm>
            <a:off x="640080" y="3364992"/>
            <a:ext cx="1783080" cy="1097280"/>
          </a:xfrm>
          <a:prstGeom prst="rect">
            <a:avLst/>
          </a:prstGeom>
          <a:noFill/>
          <a:ln/>
        </p:spPr>
        <p:txBody>
          <a:bodyPr wrap="square" lIns="0" tIns="0" rIns="0" bIns="0" rtlCol="0" anchor="t"/>
          <a:lstStyle/>
          <a:p>
            <a:pPr algn="l" indent="0" marL="0">
              <a:buNone/>
            </a:pPr>
            <a:r>
              <a:rPr lang="en-US" sz="1400" dirty="0">
                <a:solidFill>
                  <a:schemeClr val="tx1"/>
                </a:solidFill>
              </a:rPr>
              <a:t>What's open now, what needs a check, and the 1–3 day wait</a:t>
            </a:r>
            <a:endParaRPr lang="en-US" sz="1400" dirty="0"/>
          </a:p>
        </p:txBody>
      </p:sp>
      <p:sp>
        <p:nvSpPr>
          <p:cNvPr id="9" name="a01z_sbtn0"/>
          <p:cNvSpPr/>
          <p:nvPr/>
        </p:nvSpPr>
        <p:spPr>
          <a:xfrm>
            <a:off x="594360" y="4572000"/>
            <a:ext cx="1828800" cy="457200"/>
          </a:xfrm>
          <a:prstGeom prst="roundRect">
            <a:avLst>
              <a:gd name="adj" fmla="val 50000"/>
            </a:avLst>
          </a:prstGeom>
          <a:solidFill>
            <a:schemeClr val="tx2"/>
          </a:solidFill>
          <a:ln/>
        </p:spPr>
      </p:sp>
      <p:sp>
        <p:nvSpPr>
          <p:cNvPr id="10" name="a01z_sbtnt0"/>
          <p:cNvSpPr txBox="1"/>
          <p:nvPr/>
        </p:nvSpPr>
        <p:spPr>
          <a:xfrm>
            <a:off x="594360" y="4572000"/>
            <a:ext cx="1828800" cy="457200"/>
          </a:xfrm>
          <a:prstGeom prst="rect">
            <a:avLst/>
          </a:prstGeom>
          <a:noFill/>
          <a:ln/>
        </p:spPr>
        <p:txBody>
          <a:bodyPr wrap="square" lIns="0" tIns="0" rIns="0" bIns="0" rtlCol="0" anchor="ctr"/>
          <a:lstStyle/>
          <a:p>
            <a:pPr algn="ctr" indent="0" marL="0">
              <a:buNone/>
            </a:pPr>
            <a:r>
              <a:rPr lang="en-US" sz="1100" b="1" dirty="0">
                <a:solidFill>
                  <a:schemeClr val="bg1"/>
                </a:solidFill>
              </a:rPr>
              <a:t>Got it, let's start</a:t>
            </a:r>
            <a:endParaRPr lang="en-US" sz="1100" dirty="0"/>
          </a:p>
        </p:txBody>
      </p:sp>
      <p:sp>
        <p:nvSpPr>
          <p:cNvPr id="11" name="a01z_sk0"/>
          <p:cNvSpPr txBox="1"/>
          <p:nvPr/>
        </p:nvSpPr>
        <p:spPr>
          <a:xfrm>
            <a:off x="640080" y="5166360"/>
            <a:ext cx="1783080" cy="822960"/>
          </a:xfrm>
          <a:prstGeom prst="rect">
            <a:avLst/>
          </a:prstGeom>
          <a:noFill/>
          <a:ln/>
        </p:spPr>
        <p:txBody>
          <a:bodyPr wrap="square" lIns="0" tIns="0" rIns="0" bIns="0" rtlCol="0" anchor="t"/>
          <a:lstStyle/>
          <a:p>
            <a:pPr algn="l" indent="0" marL="0">
              <a:buNone/>
            </a:pPr>
            <a:r>
              <a:rPr lang="en-US" sz="1200" i="1" dirty="0">
                <a:solidFill>
                  <a:schemeClr val="tx2"/>
                </a:solidFill>
              </a:rPr>
              <a:t>Shown once, after choosing Provider</a:t>
            </a:r>
            <a:endParaRPr lang="en-US" sz="1200" dirty="0"/>
          </a:p>
        </p:txBody>
      </p:sp>
      <p:sp>
        <p:nvSpPr>
          <p:cNvPr id="12" name="a02z_sc1"/>
          <p:cNvSpPr/>
          <p:nvPr/>
        </p:nvSpPr>
        <p:spPr>
          <a:xfrm>
            <a:off x="2743200" y="1371600"/>
            <a:ext cx="2103120" cy="4754880"/>
          </a:xfrm>
          <a:prstGeom prst="roundRect">
            <a:avLst>
              <a:gd name="adj" fmla="val 5217"/>
            </a:avLst>
          </a:prstGeom>
          <a:solidFill>
            <a:schemeClr val="accent2">
              <a:alpha val="28000"/>
            </a:schemeClr>
          </a:solidFill>
          <a:ln w="19050">
            <a:solidFill>
              <a:schemeClr val="accent2"/>
            </a:solidFill>
            <a:prstDash val="solid"/>
          </a:ln>
        </p:spPr>
      </p:sp>
      <p:sp>
        <p:nvSpPr>
          <p:cNvPr id="13" name="a02z_sb1"/>
          <p:cNvSpPr/>
          <p:nvPr/>
        </p:nvSpPr>
        <p:spPr>
          <a:xfrm>
            <a:off x="2926080" y="1572768"/>
            <a:ext cx="685800" cy="685800"/>
          </a:xfrm>
          <a:prstGeom prst="ellipse">
            <a:avLst/>
          </a:prstGeom>
          <a:solidFill>
            <a:schemeClr val="accent2"/>
          </a:solidFill>
          <a:ln/>
        </p:spPr>
      </p:sp>
      <p:sp>
        <p:nvSpPr>
          <p:cNvPr id="14" name="a02z_sb1_n"/>
          <p:cNvSpPr txBox="1"/>
          <p:nvPr/>
        </p:nvSpPr>
        <p:spPr>
          <a:xfrm>
            <a:off x="2926080" y="1572768"/>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15" name="a02z_st1"/>
          <p:cNvSpPr txBox="1"/>
          <p:nvPr/>
        </p:nvSpPr>
        <p:spPr>
          <a:xfrm>
            <a:off x="2926080" y="2377440"/>
            <a:ext cx="1783080" cy="685800"/>
          </a:xfrm>
          <a:prstGeom prst="rect">
            <a:avLst/>
          </a:prstGeom>
          <a:noFill/>
          <a:ln/>
        </p:spPr>
        <p:txBody>
          <a:bodyPr wrap="square" lIns="0" tIns="0" rIns="0" bIns="0" rtlCol="0" anchor="t"/>
          <a:lstStyle/>
          <a:p>
            <a:pPr algn="l" indent="0" marL="0">
              <a:buNone/>
            </a:pPr>
            <a:r>
              <a:rPr lang="en-US" sz="1800" b="1" dirty="0">
                <a:solidFill>
                  <a:schemeClr val="tx1"/>
                </a:solidFill>
              </a:rPr>
              <a:t>Profile details</a:t>
            </a:r>
            <a:endParaRPr lang="en-US" sz="1800" dirty="0"/>
          </a:p>
        </p:txBody>
      </p:sp>
      <p:sp>
        <p:nvSpPr>
          <p:cNvPr id="16" name="a02z_sl1"/>
          <p:cNvSpPr txBox="1"/>
          <p:nvPr/>
        </p:nvSpPr>
        <p:spPr>
          <a:xfrm>
            <a:off x="2926080" y="3127248"/>
            <a:ext cx="1737360" cy="228600"/>
          </a:xfrm>
          <a:prstGeom prst="rect">
            <a:avLst/>
          </a:prstGeom>
          <a:noFill/>
          <a:ln/>
        </p:spPr>
        <p:txBody>
          <a:bodyPr wrap="square" lIns="0" tIns="0" rIns="0" bIns="0" rtlCol="0" anchor="t"/>
          <a:lstStyle/>
          <a:p>
            <a:pPr algn="l" indent="0" marL="0">
              <a:buNone/>
            </a:pPr>
            <a:r>
              <a:rPr lang="en-US" sz="1100" b="1" dirty="0">
                <a:solidFill>
                  <a:schemeClr val="tx2"/>
                </a:solidFill>
              </a:rPr>
              <a:t>SHOWS</a:t>
            </a:r>
            <a:endParaRPr lang="en-US" sz="1100" dirty="0"/>
          </a:p>
        </p:txBody>
      </p:sp>
      <p:sp>
        <p:nvSpPr>
          <p:cNvPr id="17" name="a02z_ss1"/>
          <p:cNvSpPr txBox="1"/>
          <p:nvPr/>
        </p:nvSpPr>
        <p:spPr>
          <a:xfrm>
            <a:off x="2926080" y="3364992"/>
            <a:ext cx="1783080" cy="1097280"/>
          </a:xfrm>
          <a:prstGeom prst="rect">
            <a:avLst/>
          </a:prstGeom>
          <a:noFill/>
          <a:ln/>
        </p:spPr>
        <p:txBody>
          <a:bodyPr wrap="square" lIns="0" tIns="0" rIns="0" bIns="0" rtlCol="0" anchor="t"/>
          <a:lstStyle/>
          <a:p>
            <a:pPr algn="l" indent="0" marL="0">
              <a:buNone/>
            </a:pPr>
            <a:r>
              <a:rPr lang="en-US" sz="1400" dirty="0">
                <a:solidFill>
                  <a:schemeClr val="tx1"/>
                </a:solidFill>
              </a:rPr>
              <a:t>Name, phone, photo, categories, bio</a:t>
            </a:r>
            <a:endParaRPr lang="en-US" sz="1400" dirty="0"/>
          </a:p>
        </p:txBody>
      </p:sp>
      <p:sp>
        <p:nvSpPr>
          <p:cNvPr id="18" name="a02z_sbtn1"/>
          <p:cNvSpPr/>
          <p:nvPr/>
        </p:nvSpPr>
        <p:spPr>
          <a:xfrm>
            <a:off x="2880360" y="4572000"/>
            <a:ext cx="1828800" cy="457200"/>
          </a:xfrm>
          <a:prstGeom prst="roundRect">
            <a:avLst>
              <a:gd name="adj" fmla="val 50000"/>
            </a:avLst>
          </a:prstGeom>
          <a:solidFill>
            <a:schemeClr val="accent2"/>
          </a:solidFill>
          <a:ln/>
        </p:spPr>
      </p:sp>
      <p:sp>
        <p:nvSpPr>
          <p:cNvPr id="19" name="a02z_sbtnt1"/>
          <p:cNvSpPr txBox="1"/>
          <p:nvPr/>
        </p:nvSpPr>
        <p:spPr>
          <a:xfrm>
            <a:off x="2880360" y="4572000"/>
            <a:ext cx="1828800" cy="457200"/>
          </a:xfrm>
          <a:prstGeom prst="rect">
            <a:avLst/>
          </a:prstGeom>
          <a:noFill/>
          <a:ln/>
        </p:spPr>
        <p:txBody>
          <a:bodyPr wrap="square" lIns="0" tIns="0" rIns="0" bIns="0" rtlCol="0" anchor="ctr"/>
          <a:lstStyle/>
          <a:p>
            <a:pPr algn="ctr" indent="0" marL="0">
              <a:buNone/>
            </a:pPr>
            <a:r>
              <a:rPr lang="en-US" sz="1100" b="1" dirty="0">
                <a:solidFill>
                  <a:schemeClr val="bg1"/>
                </a:solidFill>
              </a:rPr>
              <a:t>Save and continue</a:t>
            </a:r>
            <a:endParaRPr lang="en-US" sz="1100" dirty="0"/>
          </a:p>
        </p:txBody>
      </p:sp>
      <p:sp>
        <p:nvSpPr>
          <p:cNvPr id="20" name="a02z_sk1"/>
          <p:cNvSpPr txBox="1"/>
          <p:nvPr/>
        </p:nvSpPr>
        <p:spPr>
          <a:xfrm>
            <a:off x="2926080" y="5166360"/>
            <a:ext cx="1783080" cy="822960"/>
          </a:xfrm>
          <a:prstGeom prst="rect">
            <a:avLst/>
          </a:prstGeom>
          <a:noFill/>
          <a:ln/>
        </p:spPr>
        <p:txBody>
          <a:bodyPr wrap="square" lIns="0" tIns="0" rIns="0" bIns="0" rtlCol="0" anchor="t"/>
          <a:lstStyle/>
          <a:p>
            <a:pPr algn="l" indent="0" marL="0">
              <a:buNone/>
            </a:pPr>
            <a:r>
              <a:rPr lang="en-US" sz="1200" i="1" dirty="0">
                <a:solidFill>
                  <a:schemeClr val="tx2"/>
                </a:solidFill>
              </a:rPr>
              <a:t>Always open</a:t>
            </a:r>
            <a:endParaRPr lang="en-US" sz="1200" dirty="0"/>
          </a:p>
        </p:txBody>
      </p:sp>
      <p:sp>
        <p:nvSpPr>
          <p:cNvPr id="21" name="a03z_sc2"/>
          <p:cNvSpPr/>
          <p:nvPr/>
        </p:nvSpPr>
        <p:spPr>
          <a:xfrm>
            <a:off x="5029200" y="1371600"/>
            <a:ext cx="2103120" cy="4754880"/>
          </a:xfrm>
          <a:prstGeom prst="roundRect">
            <a:avLst>
              <a:gd name="adj" fmla="val 5217"/>
            </a:avLst>
          </a:prstGeom>
          <a:solidFill>
            <a:schemeClr val="accent4">
              <a:alpha val="28000"/>
            </a:schemeClr>
          </a:solidFill>
          <a:ln w="19050">
            <a:solidFill>
              <a:schemeClr val="accent4"/>
            </a:solidFill>
            <a:prstDash val="solid"/>
          </a:ln>
        </p:spPr>
      </p:sp>
      <p:sp>
        <p:nvSpPr>
          <p:cNvPr id="22" name="a03z_sb2"/>
          <p:cNvSpPr/>
          <p:nvPr/>
        </p:nvSpPr>
        <p:spPr>
          <a:xfrm>
            <a:off x="5212080" y="1572768"/>
            <a:ext cx="685800" cy="685800"/>
          </a:xfrm>
          <a:prstGeom prst="ellipse">
            <a:avLst/>
          </a:prstGeom>
          <a:solidFill>
            <a:schemeClr val="accent4"/>
          </a:solidFill>
          <a:ln/>
        </p:spPr>
      </p:sp>
      <p:sp>
        <p:nvSpPr>
          <p:cNvPr id="23" name="a03z_sb2_n"/>
          <p:cNvSpPr txBox="1"/>
          <p:nvPr/>
        </p:nvSpPr>
        <p:spPr>
          <a:xfrm>
            <a:off x="5212080" y="1572768"/>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24" name="a03z_st2"/>
          <p:cNvSpPr txBox="1"/>
          <p:nvPr/>
        </p:nvSpPr>
        <p:spPr>
          <a:xfrm>
            <a:off x="5212080" y="2377440"/>
            <a:ext cx="1783080" cy="685800"/>
          </a:xfrm>
          <a:prstGeom prst="rect">
            <a:avLst/>
          </a:prstGeom>
          <a:noFill/>
          <a:ln/>
        </p:spPr>
        <p:txBody>
          <a:bodyPr wrap="square" lIns="0" tIns="0" rIns="0" bIns="0" rtlCol="0" anchor="t"/>
          <a:lstStyle/>
          <a:p>
            <a:pPr algn="l" indent="0" marL="0">
              <a:buNone/>
            </a:pPr>
            <a:r>
              <a:rPr lang="en-US" sz="1800" b="1" dirty="0">
                <a:solidFill>
                  <a:schemeClr val="tx1"/>
                </a:solidFill>
              </a:rPr>
              <a:t>Background check</a:t>
            </a:r>
            <a:endParaRPr lang="en-US" sz="1800" dirty="0"/>
          </a:p>
        </p:txBody>
      </p:sp>
      <p:sp>
        <p:nvSpPr>
          <p:cNvPr id="25" name="a03z_sl2"/>
          <p:cNvSpPr txBox="1"/>
          <p:nvPr/>
        </p:nvSpPr>
        <p:spPr>
          <a:xfrm>
            <a:off x="5212080" y="3127248"/>
            <a:ext cx="1737360" cy="228600"/>
          </a:xfrm>
          <a:prstGeom prst="rect">
            <a:avLst/>
          </a:prstGeom>
          <a:noFill/>
          <a:ln/>
        </p:spPr>
        <p:txBody>
          <a:bodyPr wrap="square" lIns="0" tIns="0" rIns="0" bIns="0" rtlCol="0" anchor="t"/>
          <a:lstStyle/>
          <a:p>
            <a:pPr algn="l" indent="0" marL="0">
              <a:buNone/>
            </a:pPr>
            <a:r>
              <a:rPr lang="en-US" sz="1100" b="1" dirty="0">
                <a:solidFill>
                  <a:schemeClr val="tx2"/>
                </a:solidFill>
              </a:rPr>
              <a:t>SHOWS</a:t>
            </a:r>
            <a:endParaRPr lang="en-US" sz="1100" dirty="0"/>
          </a:p>
        </p:txBody>
      </p:sp>
      <p:sp>
        <p:nvSpPr>
          <p:cNvPr id="26" name="a03z_ss2"/>
          <p:cNvSpPr txBox="1"/>
          <p:nvPr/>
        </p:nvSpPr>
        <p:spPr>
          <a:xfrm>
            <a:off x="5212080" y="3364992"/>
            <a:ext cx="1783080" cy="1097280"/>
          </a:xfrm>
          <a:prstGeom prst="rect">
            <a:avLst/>
          </a:prstGeom>
          <a:noFill/>
          <a:ln/>
        </p:spPr>
        <p:txBody>
          <a:bodyPr wrap="square" lIns="0" tIns="0" rIns="0" bIns="0" rtlCol="0" anchor="t"/>
          <a:lstStyle/>
          <a:p>
            <a:pPr algn="l" indent="0" marL="0">
              <a:buNone/>
            </a:pPr>
            <a:r>
              <a:rPr lang="en-US" sz="1400" dirty="0">
                <a:solidFill>
                  <a:schemeClr val="tx1"/>
                </a:solidFill>
              </a:rPr>
              <a:t>Checkr status card + consent, opened from the banner or a locked action</a:t>
            </a:r>
            <a:endParaRPr lang="en-US" sz="1400" dirty="0"/>
          </a:p>
        </p:txBody>
      </p:sp>
      <p:sp>
        <p:nvSpPr>
          <p:cNvPr id="27" name="a03z_sbtn2"/>
          <p:cNvSpPr/>
          <p:nvPr/>
        </p:nvSpPr>
        <p:spPr>
          <a:xfrm>
            <a:off x="5166360" y="4572000"/>
            <a:ext cx="1828800" cy="457200"/>
          </a:xfrm>
          <a:prstGeom prst="roundRect">
            <a:avLst>
              <a:gd name="adj" fmla="val 50000"/>
            </a:avLst>
          </a:prstGeom>
          <a:solidFill>
            <a:schemeClr val="accent4"/>
          </a:solidFill>
          <a:ln/>
        </p:spPr>
      </p:sp>
      <p:sp>
        <p:nvSpPr>
          <p:cNvPr id="28" name="a03z_sbtnt2"/>
          <p:cNvSpPr txBox="1"/>
          <p:nvPr/>
        </p:nvSpPr>
        <p:spPr>
          <a:xfrm>
            <a:off x="5166360" y="4572000"/>
            <a:ext cx="1828800" cy="457200"/>
          </a:xfrm>
          <a:prstGeom prst="rect">
            <a:avLst/>
          </a:prstGeom>
          <a:noFill/>
          <a:ln/>
        </p:spPr>
        <p:txBody>
          <a:bodyPr wrap="square" lIns="0" tIns="0" rIns="0" bIns="0" rtlCol="0" anchor="ctr"/>
          <a:lstStyle/>
          <a:p>
            <a:pPr algn="ctr" indent="0" marL="0">
              <a:buNone/>
            </a:pPr>
            <a:r>
              <a:rPr lang="en-US" sz="1100" b="1" dirty="0">
                <a:solidFill>
                  <a:schemeClr val="bg1"/>
                </a:solidFill>
              </a:rPr>
              <a:t>Start background check</a:t>
            </a:r>
            <a:endParaRPr lang="en-US" sz="1100" dirty="0"/>
          </a:p>
        </p:txBody>
      </p:sp>
      <p:sp>
        <p:nvSpPr>
          <p:cNvPr id="29" name="a03z_sk2"/>
          <p:cNvSpPr txBox="1"/>
          <p:nvPr/>
        </p:nvSpPr>
        <p:spPr>
          <a:xfrm>
            <a:off x="5212080" y="5166360"/>
            <a:ext cx="1783080" cy="822960"/>
          </a:xfrm>
          <a:prstGeom prst="rect">
            <a:avLst/>
          </a:prstGeom>
          <a:noFill/>
          <a:ln/>
        </p:spPr>
        <p:txBody>
          <a:bodyPr wrap="square" lIns="0" tIns="0" rIns="0" bIns="0" rtlCol="0" anchor="t"/>
          <a:lstStyle/>
          <a:p>
            <a:pPr algn="l" indent="0" marL="0">
              <a:buNone/>
            </a:pPr>
            <a:r>
              <a:rPr lang="en-US" sz="1200" i="1" dirty="0">
                <a:solidFill>
                  <a:schemeClr val="tx2"/>
                </a:solidFill>
              </a:rPr>
              <a:t>Locked: “Finish your profile first”</a:t>
            </a:r>
            <a:endParaRPr lang="en-US" sz="1200" dirty="0"/>
          </a:p>
        </p:txBody>
      </p:sp>
      <p:sp>
        <p:nvSpPr>
          <p:cNvPr id="30" name="a04z_sc3"/>
          <p:cNvSpPr/>
          <p:nvPr/>
        </p:nvSpPr>
        <p:spPr>
          <a:xfrm>
            <a:off x="7315200" y="1371600"/>
            <a:ext cx="2103120" cy="4754880"/>
          </a:xfrm>
          <a:prstGeom prst="roundRect">
            <a:avLst>
              <a:gd name="adj" fmla="val 5217"/>
            </a:avLst>
          </a:prstGeom>
          <a:solidFill>
            <a:schemeClr val="accent3">
              <a:alpha val="28000"/>
            </a:schemeClr>
          </a:solidFill>
          <a:ln w="19050">
            <a:solidFill>
              <a:schemeClr val="accent3"/>
            </a:solidFill>
            <a:prstDash val="solid"/>
          </a:ln>
        </p:spPr>
      </p:sp>
      <p:sp>
        <p:nvSpPr>
          <p:cNvPr id="31" name="a04z_sb3"/>
          <p:cNvSpPr/>
          <p:nvPr/>
        </p:nvSpPr>
        <p:spPr>
          <a:xfrm>
            <a:off x="7498080" y="1572768"/>
            <a:ext cx="685800" cy="685800"/>
          </a:xfrm>
          <a:prstGeom prst="ellipse">
            <a:avLst/>
          </a:prstGeom>
          <a:solidFill>
            <a:schemeClr val="accent3"/>
          </a:solidFill>
          <a:ln/>
        </p:spPr>
      </p:sp>
      <p:sp>
        <p:nvSpPr>
          <p:cNvPr id="32" name="a04z_sb3_n"/>
          <p:cNvSpPr txBox="1"/>
          <p:nvPr/>
        </p:nvSpPr>
        <p:spPr>
          <a:xfrm>
            <a:off x="7498080" y="1572768"/>
            <a:ext cx="685800" cy="68580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33" name="a04z_st3"/>
          <p:cNvSpPr txBox="1"/>
          <p:nvPr/>
        </p:nvSpPr>
        <p:spPr>
          <a:xfrm>
            <a:off x="7498080" y="2377440"/>
            <a:ext cx="1783080" cy="685800"/>
          </a:xfrm>
          <a:prstGeom prst="rect">
            <a:avLst/>
          </a:prstGeom>
          <a:noFill/>
          <a:ln/>
        </p:spPr>
        <p:txBody>
          <a:bodyPr wrap="square" lIns="0" tIns="0" rIns="0" bIns="0" rtlCol="0" anchor="t"/>
          <a:lstStyle/>
          <a:p>
            <a:pPr algn="l" indent="0" marL="0">
              <a:buNone/>
            </a:pPr>
            <a:r>
              <a:rPr lang="en-US" sz="1800" b="1" dirty="0">
                <a:solidFill>
                  <a:schemeClr val="tx1"/>
                </a:solidFill>
              </a:rPr>
              <a:t>Choose your plan</a:t>
            </a:r>
            <a:endParaRPr lang="en-US" sz="1800" dirty="0"/>
          </a:p>
        </p:txBody>
      </p:sp>
      <p:sp>
        <p:nvSpPr>
          <p:cNvPr id="34" name="a04z_sl3"/>
          <p:cNvSpPr txBox="1"/>
          <p:nvPr/>
        </p:nvSpPr>
        <p:spPr>
          <a:xfrm>
            <a:off x="7498080" y="3127248"/>
            <a:ext cx="1737360" cy="228600"/>
          </a:xfrm>
          <a:prstGeom prst="rect">
            <a:avLst/>
          </a:prstGeom>
          <a:noFill/>
          <a:ln/>
        </p:spPr>
        <p:txBody>
          <a:bodyPr wrap="square" lIns="0" tIns="0" rIns="0" bIns="0" rtlCol="0" anchor="t"/>
          <a:lstStyle/>
          <a:p>
            <a:pPr algn="l" indent="0" marL="0">
              <a:buNone/>
            </a:pPr>
            <a:r>
              <a:rPr lang="en-US" sz="1100" b="1" dirty="0">
                <a:solidFill>
                  <a:schemeClr val="tx2"/>
                </a:solidFill>
              </a:rPr>
              <a:t>SHOWS</a:t>
            </a:r>
            <a:endParaRPr lang="en-US" sz="1100" dirty="0"/>
          </a:p>
        </p:txBody>
      </p:sp>
      <p:sp>
        <p:nvSpPr>
          <p:cNvPr id="35" name="a04z_ss3"/>
          <p:cNvSpPr txBox="1"/>
          <p:nvPr/>
        </p:nvSpPr>
        <p:spPr>
          <a:xfrm>
            <a:off x="7498080" y="3364992"/>
            <a:ext cx="1783080" cy="1097280"/>
          </a:xfrm>
          <a:prstGeom prst="rect">
            <a:avLst/>
          </a:prstGeom>
          <a:noFill/>
          <a:ln/>
        </p:spPr>
        <p:txBody>
          <a:bodyPr wrap="square" lIns="0" tIns="0" rIns="0" bIns="0" rtlCol="0" anchor="t"/>
          <a:lstStyle/>
          <a:p>
            <a:pPr algn="l" indent="0" marL="0">
              <a:buNone/>
            </a:pPr>
            <a:r>
              <a:rPr lang="en-US" sz="1400" dirty="0">
                <a:solidFill>
                  <a:schemeClr val="tx1"/>
                </a:solidFill>
              </a:rPr>
              <a:t>Plan cards, price, billing, what's included</a:t>
            </a:r>
            <a:endParaRPr lang="en-US" sz="1400" dirty="0"/>
          </a:p>
        </p:txBody>
      </p:sp>
      <p:sp>
        <p:nvSpPr>
          <p:cNvPr id="36" name="a04z_sbtn3"/>
          <p:cNvSpPr/>
          <p:nvPr/>
        </p:nvSpPr>
        <p:spPr>
          <a:xfrm>
            <a:off x="7452360" y="4572000"/>
            <a:ext cx="1828800" cy="457200"/>
          </a:xfrm>
          <a:prstGeom prst="roundRect">
            <a:avLst>
              <a:gd name="adj" fmla="val 50000"/>
            </a:avLst>
          </a:prstGeom>
          <a:solidFill>
            <a:schemeClr val="accent3"/>
          </a:solidFill>
          <a:ln/>
        </p:spPr>
      </p:sp>
      <p:sp>
        <p:nvSpPr>
          <p:cNvPr id="37" name="a04z_sbtnt3"/>
          <p:cNvSpPr txBox="1"/>
          <p:nvPr/>
        </p:nvSpPr>
        <p:spPr>
          <a:xfrm>
            <a:off x="7452360" y="4572000"/>
            <a:ext cx="1828800" cy="457200"/>
          </a:xfrm>
          <a:prstGeom prst="rect">
            <a:avLst/>
          </a:prstGeom>
          <a:noFill/>
          <a:ln/>
        </p:spPr>
        <p:txBody>
          <a:bodyPr wrap="square" lIns="0" tIns="0" rIns="0" bIns="0" rtlCol="0" anchor="ctr"/>
          <a:lstStyle/>
          <a:p>
            <a:pPr algn="ctr" indent="0" marL="0">
              <a:buNone/>
            </a:pPr>
            <a:r>
              <a:rPr lang="en-US" sz="1100" b="1" dirty="0">
                <a:solidFill>
                  <a:schemeClr val="tx1"/>
                </a:solidFill>
              </a:rPr>
              <a:t>Choose plan</a:t>
            </a:r>
            <a:endParaRPr lang="en-US" sz="1100" dirty="0"/>
          </a:p>
        </p:txBody>
      </p:sp>
      <p:sp>
        <p:nvSpPr>
          <p:cNvPr id="38" name="a04z_sk3"/>
          <p:cNvSpPr txBox="1"/>
          <p:nvPr/>
        </p:nvSpPr>
        <p:spPr>
          <a:xfrm>
            <a:off x="7498080" y="5166360"/>
            <a:ext cx="1783080" cy="822960"/>
          </a:xfrm>
          <a:prstGeom prst="rect">
            <a:avLst/>
          </a:prstGeom>
          <a:noFill/>
          <a:ln/>
        </p:spPr>
        <p:txBody>
          <a:bodyPr wrap="square" lIns="0" tIns="0" rIns="0" bIns="0" rtlCol="0" anchor="t"/>
          <a:lstStyle/>
          <a:p>
            <a:pPr algn="l" indent="0" marL="0">
              <a:buNone/>
            </a:pPr>
            <a:r>
              <a:rPr lang="en-US" sz="1200" i="1" dirty="0">
                <a:solidFill>
                  <a:schemeClr val="tx2"/>
                </a:solidFill>
              </a:rPr>
              <a:t>Locked: “Unlocks after your check clears”</a:t>
            </a:r>
            <a:endParaRPr lang="en-US" sz="1200" dirty="0"/>
          </a:p>
        </p:txBody>
      </p:sp>
      <p:sp>
        <p:nvSpPr>
          <p:cNvPr id="39" name="a05z_sc4"/>
          <p:cNvSpPr/>
          <p:nvPr/>
        </p:nvSpPr>
        <p:spPr>
          <a:xfrm>
            <a:off x="9601200" y="1371600"/>
            <a:ext cx="2103120" cy="4754880"/>
          </a:xfrm>
          <a:prstGeom prst="roundRect">
            <a:avLst>
              <a:gd name="adj" fmla="val 5217"/>
            </a:avLst>
          </a:prstGeom>
          <a:solidFill>
            <a:schemeClr val="accent1">
              <a:alpha val="28000"/>
            </a:schemeClr>
          </a:solidFill>
          <a:ln w="19050">
            <a:solidFill>
              <a:schemeClr val="accent1"/>
            </a:solidFill>
            <a:prstDash val="solid"/>
          </a:ln>
        </p:spPr>
      </p:sp>
      <p:sp>
        <p:nvSpPr>
          <p:cNvPr id="40" name="a05z_sb4"/>
          <p:cNvSpPr/>
          <p:nvPr/>
        </p:nvSpPr>
        <p:spPr>
          <a:xfrm>
            <a:off x="9784080" y="1572768"/>
            <a:ext cx="685800" cy="685800"/>
          </a:xfrm>
          <a:prstGeom prst="ellipse">
            <a:avLst/>
          </a:prstGeom>
          <a:solidFill>
            <a:schemeClr val="accent1"/>
          </a:solidFill>
          <a:ln/>
        </p:spPr>
      </p:sp>
      <p:sp>
        <p:nvSpPr>
          <p:cNvPr id="41" name="a05z_sb4_n"/>
          <p:cNvSpPr txBox="1"/>
          <p:nvPr/>
        </p:nvSpPr>
        <p:spPr>
          <a:xfrm>
            <a:off x="9784080" y="1572768"/>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42" name="a05z_st4"/>
          <p:cNvSpPr txBox="1"/>
          <p:nvPr/>
        </p:nvSpPr>
        <p:spPr>
          <a:xfrm>
            <a:off x="9784080" y="2377440"/>
            <a:ext cx="1783080" cy="685800"/>
          </a:xfrm>
          <a:prstGeom prst="rect">
            <a:avLst/>
          </a:prstGeom>
          <a:noFill/>
          <a:ln/>
        </p:spPr>
        <p:txBody>
          <a:bodyPr wrap="square" lIns="0" tIns="0" rIns="0" bIns="0" rtlCol="0" anchor="t"/>
          <a:lstStyle/>
          <a:p>
            <a:pPr algn="l" indent="0" marL="0">
              <a:buNone/>
            </a:pPr>
            <a:r>
              <a:rPr lang="en-US" sz="1800" b="1" dirty="0">
                <a:solidFill>
                  <a:schemeClr val="tx1"/>
                </a:solidFill>
              </a:rPr>
              <a:t>Start accepting jobs</a:t>
            </a:r>
            <a:endParaRPr lang="en-US" sz="1800" dirty="0"/>
          </a:p>
        </p:txBody>
      </p:sp>
      <p:sp>
        <p:nvSpPr>
          <p:cNvPr id="43" name="a05z_sl4"/>
          <p:cNvSpPr txBox="1"/>
          <p:nvPr/>
        </p:nvSpPr>
        <p:spPr>
          <a:xfrm>
            <a:off x="9784080" y="3127248"/>
            <a:ext cx="1737360" cy="228600"/>
          </a:xfrm>
          <a:prstGeom prst="rect">
            <a:avLst/>
          </a:prstGeom>
          <a:noFill/>
          <a:ln/>
        </p:spPr>
        <p:txBody>
          <a:bodyPr wrap="square" lIns="0" tIns="0" rIns="0" bIns="0" rtlCol="0" anchor="t"/>
          <a:lstStyle/>
          <a:p>
            <a:pPr algn="l" indent="0" marL="0">
              <a:buNone/>
            </a:pPr>
            <a:r>
              <a:rPr lang="en-US" sz="1100" b="1" dirty="0">
                <a:solidFill>
                  <a:schemeClr val="tx2"/>
                </a:solidFill>
              </a:rPr>
              <a:t>SHOWS</a:t>
            </a:r>
            <a:endParaRPr lang="en-US" sz="1100" dirty="0"/>
          </a:p>
        </p:txBody>
      </p:sp>
      <p:sp>
        <p:nvSpPr>
          <p:cNvPr id="44" name="a05z_ss4"/>
          <p:cNvSpPr txBox="1"/>
          <p:nvPr/>
        </p:nvSpPr>
        <p:spPr>
          <a:xfrm>
            <a:off x="9784080" y="3364992"/>
            <a:ext cx="1783080" cy="1097280"/>
          </a:xfrm>
          <a:prstGeom prst="rect">
            <a:avLst/>
          </a:prstGeom>
          <a:noFill/>
          <a:ln/>
        </p:spPr>
        <p:txBody>
          <a:bodyPr wrap="square" lIns="0" tIns="0" rIns="0" bIns="0" rtlCol="0" anchor="t"/>
          <a:lstStyle/>
          <a:p>
            <a:pPr algn="l" indent="0" marL="0">
              <a:buNone/>
            </a:pPr>
            <a:r>
              <a:rPr lang="en-US" sz="1400" dirty="0">
                <a:solidFill>
                  <a:schemeClr val="tx1"/>
                </a:solidFill>
              </a:rPr>
              <a:t>“You're live”: search, messages and offers unlock</a:t>
            </a:r>
            <a:endParaRPr lang="en-US" sz="1400" dirty="0"/>
          </a:p>
        </p:txBody>
      </p:sp>
      <p:sp>
        <p:nvSpPr>
          <p:cNvPr id="45" name="a05z_sbtn4"/>
          <p:cNvSpPr/>
          <p:nvPr/>
        </p:nvSpPr>
        <p:spPr>
          <a:xfrm>
            <a:off x="9738360" y="4572000"/>
            <a:ext cx="1828800" cy="457200"/>
          </a:xfrm>
          <a:prstGeom prst="roundRect">
            <a:avLst>
              <a:gd name="adj" fmla="val 50000"/>
            </a:avLst>
          </a:prstGeom>
          <a:solidFill>
            <a:schemeClr val="accent1"/>
          </a:solidFill>
          <a:ln/>
        </p:spPr>
      </p:sp>
      <p:sp>
        <p:nvSpPr>
          <p:cNvPr id="46" name="a05z_sbtnt4"/>
          <p:cNvSpPr txBox="1"/>
          <p:nvPr/>
        </p:nvSpPr>
        <p:spPr>
          <a:xfrm>
            <a:off x="9738360" y="4572000"/>
            <a:ext cx="1828800" cy="457200"/>
          </a:xfrm>
          <a:prstGeom prst="rect">
            <a:avLst/>
          </a:prstGeom>
          <a:noFill/>
          <a:ln/>
        </p:spPr>
        <p:txBody>
          <a:bodyPr wrap="square" lIns="0" tIns="0" rIns="0" bIns="0" rtlCol="0" anchor="ctr"/>
          <a:lstStyle/>
          <a:p>
            <a:pPr algn="ctr" indent="0" marL="0">
              <a:buNone/>
            </a:pPr>
            <a:r>
              <a:rPr lang="en-US" sz="1100" b="1" dirty="0">
                <a:solidFill>
                  <a:schemeClr val="bg1"/>
                </a:solidFill>
              </a:rPr>
              <a:t>Go to my dashboard</a:t>
            </a:r>
            <a:endParaRPr lang="en-US" sz="1100" dirty="0"/>
          </a:p>
        </p:txBody>
      </p:sp>
      <p:sp>
        <p:nvSpPr>
          <p:cNvPr id="47" name="a05z_sk4"/>
          <p:cNvSpPr txBox="1"/>
          <p:nvPr/>
        </p:nvSpPr>
        <p:spPr>
          <a:xfrm>
            <a:off x="9784080" y="5166360"/>
            <a:ext cx="1783080" cy="822960"/>
          </a:xfrm>
          <a:prstGeom prst="rect">
            <a:avLst/>
          </a:prstGeom>
          <a:noFill/>
          <a:ln/>
        </p:spPr>
        <p:txBody>
          <a:bodyPr wrap="square" lIns="0" tIns="0" rIns="0" bIns="0" rtlCol="0" anchor="t"/>
          <a:lstStyle/>
          <a:p>
            <a:pPr algn="l" indent="0" marL="0">
              <a:buNone/>
            </a:pPr>
            <a:r>
              <a:rPr lang="en-US" sz="1200" i="1" dirty="0">
                <a:solidFill>
                  <a:schemeClr val="tx2"/>
                </a:solidFill>
              </a:rPr>
              <a:t>Locked: “Unlocks after you choose a plan”</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233" fill="hold">
                      <p:stCondLst>
                        <p:cond delay="indefinite"/>
                        <p:cond evt="onBegin" delay="0">
                          <p:tgtEl>
                            <p:sldTgt/>
                          </p:tgtEl>
                        </p:cond>
                      </p:stCondLst>
                      <p:childTnLst>
                        <p:par>
                          <p:cTn id="228"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p:cTn id="5" dur="520" decel="100000" fill="hold"/>
                                        <p:tgtEl>
                                          <p:spTgt spid="3"/>
                                        </p:tgtEl>
                                        <p:attrNameLst>
                                          <p:attrName>ppt_w</p:attrName>
                                        </p:attrNameLst>
                                      </p:cBhvr>
                                      <p:tavLst>
                                        <p:tav tm="0">
                                          <p:val>
                                            <p:fltVal val="0"/>
                                          </p:val>
                                        </p:tav>
                                        <p:tav tm="100000">
                                          <p:val>
                                            <p:strVal val="#ppt_w"/>
                                          </p:val>
                                        </p:tav>
                                      </p:tavLst>
                                    </p:anim>
                                    <p:anim calcmode="lin" valueType="num">
                                      <p:cBhvr>
                                        <p:cTn id="6" dur="520" decel="100000" fill="hold"/>
                                        <p:tgtEl>
                                          <p:spTgt spid="3"/>
                                        </p:tgtEl>
                                        <p:attrNameLst>
                                          <p:attrName>ppt_h</p:attrName>
                                        </p:attrNameLst>
                                      </p:cBhvr>
                                      <p:tavLst>
                                        <p:tav tm="0">
                                          <p:val>
                                            <p:fltVal val="0"/>
                                          </p:val>
                                        </p:tav>
                                        <p:tav tm="100000">
                                          <p:val>
                                            <p:strVal val="#ppt_h"/>
                                          </p:val>
                                        </p:tav>
                                      </p:tavLst>
                                    </p:anim>
                                    <p:animEffect transition="in" filter="fade">
                                      <p:cBhvr>
                                        <p:cTn id="7" dur="520"/>
                                        <p:tgtEl>
                                          <p:spTgt spid="3"/>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20" decel="100000" fill="hold"/>
                                        <p:tgtEl>
                                          <p:spTgt spid="4"/>
                                        </p:tgtEl>
                                        <p:attrNameLst>
                                          <p:attrName>ppt_w</p:attrName>
                                        </p:attrNameLst>
                                      </p:cBhvr>
                                      <p:tavLst>
                                        <p:tav tm="0">
                                          <p:val>
                                            <p:fltVal val="0"/>
                                          </p:val>
                                        </p:tav>
                                        <p:tav tm="100000">
                                          <p:val>
                                            <p:strVal val="#ppt_w"/>
                                          </p:val>
                                        </p:tav>
                                      </p:tavLst>
                                    </p:anim>
                                    <p:anim calcmode="lin" valueType="num">
                                      <p:cBhvr>
                                        <p:cTn id="11" dur="520" decel="100000" fill="hold"/>
                                        <p:tgtEl>
                                          <p:spTgt spid="4"/>
                                        </p:tgtEl>
                                        <p:attrNameLst>
                                          <p:attrName>ppt_h</p:attrName>
                                        </p:attrNameLst>
                                      </p:cBhvr>
                                      <p:tavLst>
                                        <p:tav tm="0">
                                          <p:val>
                                            <p:fltVal val="0"/>
                                          </p:val>
                                        </p:tav>
                                        <p:tav tm="100000">
                                          <p:val>
                                            <p:strVal val="#ppt_h"/>
                                          </p:val>
                                        </p:tav>
                                      </p:tavLst>
                                    </p:anim>
                                    <p:animEffect transition="in" filter="fade">
                                      <p:cBhvr>
                                        <p:cTn id="12" dur="520"/>
                                        <p:tgtEl>
                                          <p:spTgt spid="4"/>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20" decel="100000" fill="hold"/>
                                        <p:tgtEl>
                                          <p:spTgt spid="5"/>
                                        </p:tgtEl>
                                        <p:attrNameLst>
                                          <p:attrName>ppt_w</p:attrName>
                                        </p:attrNameLst>
                                      </p:cBhvr>
                                      <p:tavLst>
                                        <p:tav tm="0">
                                          <p:val>
                                            <p:fltVal val="0"/>
                                          </p:val>
                                        </p:tav>
                                        <p:tav tm="100000">
                                          <p:val>
                                            <p:strVal val="#ppt_w"/>
                                          </p:val>
                                        </p:tav>
                                      </p:tavLst>
                                    </p:anim>
                                    <p:anim calcmode="lin" valueType="num">
                                      <p:cBhvr>
                                        <p:cTn id="16" dur="520" decel="100000" fill="hold"/>
                                        <p:tgtEl>
                                          <p:spTgt spid="5"/>
                                        </p:tgtEl>
                                        <p:attrNameLst>
                                          <p:attrName>ppt_h</p:attrName>
                                        </p:attrNameLst>
                                      </p:cBhvr>
                                      <p:tavLst>
                                        <p:tav tm="0">
                                          <p:val>
                                            <p:fltVal val="0"/>
                                          </p:val>
                                        </p:tav>
                                        <p:tav tm="100000">
                                          <p:val>
                                            <p:strVal val="#ppt_h"/>
                                          </p:val>
                                        </p:tav>
                                      </p:tavLst>
                                    </p:anim>
                                    <p:animEffect transition="in" filter="fade">
                                      <p:cBhvr>
                                        <p:cTn id="17" dur="520"/>
                                        <p:tgtEl>
                                          <p:spTgt spid="5"/>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20" decel="100000" fill="hold"/>
                                        <p:tgtEl>
                                          <p:spTgt spid="6"/>
                                        </p:tgtEl>
                                        <p:attrNameLst>
                                          <p:attrName>ppt_w</p:attrName>
                                        </p:attrNameLst>
                                      </p:cBhvr>
                                      <p:tavLst>
                                        <p:tav tm="0">
                                          <p:val>
                                            <p:fltVal val="0"/>
                                          </p:val>
                                        </p:tav>
                                        <p:tav tm="100000">
                                          <p:val>
                                            <p:strVal val="#ppt_w"/>
                                          </p:val>
                                        </p:tav>
                                      </p:tavLst>
                                    </p:anim>
                                    <p:anim calcmode="lin" valueType="num">
                                      <p:cBhvr>
                                        <p:cTn id="21" dur="520" decel="100000" fill="hold"/>
                                        <p:tgtEl>
                                          <p:spTgt spid="6"/>
                                        </p:tgtEl>
                                        <p:attrNameLst>
                                          <p:attrName>ppt_h</p:attrName>
                                        </p:attrNameLst>
                                      </p:cBhvr>
                                      <p:tavLst>
                                        <p:tav tm="0">
                                          <p:val>
                                            <p:fltVal val="0"/>
                                          </p:val>
                                        </p:tav>
                                        <p:tav tm="100000">
                                          <p:val>
                                            <p:strVal val="#ppt_h"/>
                                          </p:val>
                                        </p:tav>
                                      </p:tavLst>
                                    </p:anim>
                                    <p:animEffect transition="in" filter="fade">
                                      <p:cBhvr>
                                        <p:cTn id="22" dur="520"/>
                                        <p:tgtEl>
                                          <p:spTgt spid="6"/>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20" decel="100000" fill="hold"/>
                                        <p:tgtEl>
                                          <p:spTgt spid="7"/>
                                        </p:tgtEl>
                                        <p:attrNameLst>
                                          <p:attrName>ppt_w</p:attrName>
                                        </p:attrNameLst>
                                      </p:cBhvr>
                                      <p:tavLst>
                                        <p:tav tm="0">
                                          <p:val>
                                            <p:fltVal val="0"/>
                                          </p:val>
                                        </p:tav>
                                        <p:tav tm="100000">
                                          <p:val>
                                            <p:strVal val="#ppt_w"/>
                                          </p:val>
                                        </p:tav>
                                      </p:tavLst>
                                    </p:anim>
                                    <p:anim calcmode="lin" valueType="num">
                                      <p:cBhvr>
                                        <p:cTn id="26" dur="520" decel="100000" fill="hold"/>
                                        <p:tgtEl>
                                          <p:spTgt spid="7"/>
                                        </p:tgtEl>
                                        <p:attrNameLst>
                                          <p:attrName>ppt_h</p:attrName>
                                        </p:attrNameLst>
                                      </p:cBhvr>
                                      <p:tavLst>
                                        <p:tav tm="0">
                                          <p:val>
                                            <p:fltVal val="0"/>
                                          </p:val>
                                        </p:tav>
                                        <p:tav tm="100000">
                                          <p:val>
                                            <p:strVal val="#ppt_h"/>
                                          </p:val>
                                        </p:tav>
                                      </p:tavLst>
                                    </p:anim>
                                    <p:animEffect transition="in" filter="fade">
                                      <p:cBhvr>
                                        <p:cTn id="27" dur="520"/>
                                        <p:tgtEl>
                                          <p:spTgt spid="7"/>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520" decel="100000" fill="hold"/>
                                        <p:tgtEl>
                                          <p:spTgt spid="8"/>
                                        </p:tgtEl>
                                        <p:attrNameLst>
                                          <p:attrName>ppt_w</p:attrName>
                                        </p:attrNameLst>
                                      </p:cBhvr>
                                      <p:tavLst>
                                        <p:tav tm="0">
                                          <p:val>
                                            <p:fltVal val="0"/>
                                          </p:val>
                                        </p:tav>
                                        <p:tav tm="100000">
                                          <p:val>
                                            <p:strVal val="#ppt_w"/>
                                          </p:val>
                                        </p:tav>
                                      </p:tavLst>
                                    </p:anim>
                                    <p:anim calcmode="lin" valueType="num">
                                      <p:cBhvr>
                                        <p:cTn id="31" dur="520" decel="100000" fill="hold"/>
                                        <p:tgtEl>
                                          <p:spTgt spid="8"/>
                                        </p:tgtEl>
                                        <p:attrNameLst>
                                          <p:attrName>ppt_h</p:attrName>
                                        </p:attrNameLst>
                                      </p:cBhvr>
                                      <p:tavLst>
                                        <p:tav tm="0">
                                          <p:val>
                                            <p:fltVal val="0"/>
                                          </p:val>
                                        </p:tav>
                                        <p:tav tm="100000">
                                          <p:val>
                                            <p:strVal val="#ppt_h"/>
                                          </p:val>
                                        </p:tav>
                                      </p:tavLst>
                                    </p:anim>
                                    <p:animEffect transition="in" filter="fade">
                                      <p:cBhvr>
                                        <p:cTn id="32" dur="520"/>
                                        <p:tgtEl>
                                          <p:spTgt spid="8"/>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20" decel="100000" fill="hold"/>
                                        <p:tgtEl>
                                          <p:spTgt spid="9"/>
                                        </p:tgtEl>
                                        <p:attrNameLst>
                                          <p:attrName>ppt_w</p:attrName>
                                        </p:attrNameLst>
                                      </p:cBhvr>
                                      <p:tavLst>
                                        <p:tav tm="0">
                                          <p:val>
                                            <p:fltVal val="0"/>
                                          </p:val>
                                        </p:tav>
                                        <p:tav tm="100000">
                                          <p:val>
                                            <p:strVal val="#ppt_w"/>
                                          </p:val>
                                        </p:tav>
                                      </p:tavLst>
                                    </p:anim>
                                    <p:anim calcmode="lin" valueType="num">
                                      <p:cBhvr>
                                        <p:cTn id="36" dur="520" decel="100000" fill="hold"/>
                                        <p:tgtEl>
                                          <p:spTgt spid="9"/>
                                        </p:tgtEl>
                                        <p:attrNameLst>
                                          <p:attrName>ppt_h</p:attrName>
                                        </p:attrNameLst>
                                      </p:cBhvr>
                                      <p:tavLst>
                                        <p:tav tm="0">
                                          <p:val>
                                            <p:fltVal val="0"/>
                                          </p:val>
                                        </p:tav>
                                        <p:tav tm="100000">
                                          <p:val>
                                            <p:strVal val="#ppt_h"/>
                                          </p:val>
                                        </p:tav>
                                      </p:tavLst>
                                    </p:anim>
                                    <p:animEffect transition="in" filter="fade">
                                      <p:cBhvr>
                                        <p:cTn id="37" dur="520"/>
                                        <p:tgtEl>
                                          <p:spTgt spid="9"/>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p:cTn id="40" dur="520" decel="100000" fill="hold"/>
                                        <p:tgtEl>
                                          <p:spTgt spid="10"/>
                                        </p:tgtEl>
                                        <p:attrNameLst>
                                          <p:attrName>ppt_w</p:attrName>
                                        </p:attrNameLst>
                                      </p:cBhvr>
                                      <p:tavLst>
                                        <p:tav tm="0">
                                          <p:val>
                                            <p:fltVal val="0"/>
                                          </p:val>
                                        </p:tav>
                                        <p:tav tm="100000">
                                          <p:val>
                                            <p:strVal val="#ppt_w"/>
                                          </p:val>
                                        </p:tav>
                                      </p:tavLst>
                                    </p:anim>
                                    <p:anim calcmode="lin" valueType="num">
                                      <p:cBhvr>
                                        <p:cTn id="41" dur="520" decel="100000" fill="hold"/>
                                        <p:tgtEl>
                                          <p:spTgt spid="10"/>
                                        </p:tgtEl>
                                        <p:attrNameLst>
                                          <p:attrName>ppt_h</p:attrName>
                                        </p:attrNameLst>
                                      </p:cBhvr>
                                      <p:tavLst>
                                        <p:tav tm="0">
                                          <p:val>
                                            <p:fltVal val="0"/>
                                          </p:val>
                                        </p:tav>
                                        <p:tav tm="100000">
                                          <p:val>
                                            <p:strVal val="#ppt_h"/>
                                          </p:val>
                                        </p:tav>
                                      </p:tavLst>
                                    </p:anim>
                                    <p:animEffect transition="in" filter="fade">
                                      <p:cBhvr>
                                        <p:cTn id="42" dur="520"/>
                                        <p:tgtEl>
                                          <p:spTgt spid="10"/>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520" decel="100000" fill="hold"/>
                                        <p:tgtEl>
                                          <p:spTgt spid="11"/>
                                        </p:tgtEl>
                                        <p:attrNameLst>
                                          <p:attrName>ppt_w</p:attrName>
                                        </p:attrNameLst>
                                      </p:cBhvr>
                                      <p:tavLst>
                                        <p:tav tm="0">
                                          <p:val>
                                            <p:fltVal val="0"/>
                                          </p:val>
                                        </p:tav>
                                        <p:tav tm="100000">
                                          <p:val>
                                            <p:strVal val="#ppt_w"/>
                                          </p:val>
                                        </p:tav>
                                      </p:tavLst>
                                    </p:anim>
                                    <p:anim calcmode="lin" valueType="num">
                                      <p:cBhvr>
                                        <p:cTn id="46" dur="520" decel="100000" fill="hold"/>
                                        <p:tgtEl>
                                          <p:spTgt spid="11"/>
                                        </p:tgtEl>
                                        <p:attrNameLst>
                                          <p:attrName>ppt_h</p:attrName>
                                        </p:attrNameLst>
                                      </p:cBhvr>
                                      <p:tavLst>
                                        <p:tav tm="0">
                                          <p:val>
                                            <p:fltVal val="0"/>
                                          </p:val>
                                        </p:tav>
                                        <p:tav tm="100000">
                                          <p:val>
                                            <p:strVal val="#ppt_h"/>
                                          </p:val>
                                        </p:tav>
                                      </p:tavLst>
                                    </p:anim>
                                    <p:animEffect transition="in" filter="fade">
                                      <p:cBhvr>
                                        <p:cTn id="47" dur="520"/>
                                        <p:tgtEl>
                                          <p:spTgt spid="11"/>
                                        </p:tgtEl>
                                      </p:cBhvr>
                                    </p:animEffect>
                                  </p:childTnLst>
                                </p:cTn>
                              </p:par>
                            </p:childTnLst>
                          </p:cTn>
                        </p:par>
                        <p:par>
                          <p:cTn id="229" fill="hold">
                            <p:stCondLst>
                              <p:cond delay="380"/>
                            </p:stCondLst>
                            <p:childTnLst>
                              <p:par>
                                <p:cTn id="48" presetID="53" presetClass="entr" presetSubtype="16"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p:cTn id="50" dur="520" decel="100000" fill="hold"/>
                                        <p:tgtEl>
                                          <p:spTgt spid="12"/>
                                        </p:tgtEl>
                                        <p:attrNameLst>
                                          <p:attrName>ppt_w</p:attrName>
                                        </p:attrNameLst>
                                      </p:cBhvr>
                                      <p:tavLst>
                                        <p:tav tm="0">
                                          <p:val>
                                            <p:fltVal val="0"/>
                                          </p:val>
                                        </p:tav>
                                        <p:tav tm="100000">
                                          <p:val>
                                            <p:strVal val="#ppt_w"/>
                                          </p:val>
                                        </p:tav>
                                      </p:tavLst>
                                    </p:anim>
                                    <p:anim calcmode="lin" valueType="num">
                                      <p:cBhvr>
                                        <p:cTn id="51" dur="520" decel="100000" fill="hold"/>
                                        <p:tgtEl>
                                          <p:spTgt spid="12"/>
                                        </p:tgtEl>
                                        <p:attrNameLst>
                                          <p:attrName>ppt_h</p:attrName>
                                        </p:attrNameLst>
                                      </p:cBhvr>
                                      <p:tavLst>
                                        <p:tav tm="0">
                                          <p:val>
                                            <p:fltVal val="0"/>
                                          </p:val>
                                        </p:tav>
                                        <p:tav tm="100000">
                                          <p:val>
                                            <p:strVal val="#ppt_h"/>
                                          </p:val>
                                        </p:tav>
                                      </p:tavLst>
                                    </p:anim>
                                    <p:animEffect transition="in" filter="fade">
                                      <p:cBhvr>
                                        <p:cTn id="52" dur="520"/>
                                        <p:tgtEl>
                                          <p:spTgt spid="12"/>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520" decel="100000" fill="hold"/>
                                        <p:tgtEl>
                                          <p:spTgt spid="13"/>
                                        </p:tgtEl>
                                        <p:attrNameLst>
                                          <p:attrName>ppt_w</p:attrName>
                                        </p:attrNameLst>
                                      </p:cBhvr>
                                      <p:tavLst>
                                        <p:tav tm="0">
                                          <p:val>
                                            <p:fltVal val="0"/>
                                          </p:val>
                                        </p:tav>
                                        <p:tav tm="100000">
                                          <p:val>
                                            <p:strVal val="#ppt_w"/>
                                          </p:val>
                                        </p:tav>
                                      </p:tavLst>
                                    </p:anim>
                                    <p:anim calcmode="lin" valueType="num">
                                      <p:cBhvr>
                                        <p:cTn id="56" dur="520" decel="100000" fill="hold"/>
                                        <p:tgtEl>
                                          <p:spTgt spid="13"/>
                                        </p:tgtEl>
                                        <p:attrNameLst>
                                          <p:attrName>ppt_h</p:attrName>
                                        </p:attrNameLst>
                                      </p:cBhvr>
                                      <p:tavLst>
                                        <p:tav tm="0">
                                          <p:val>
                                            <p:fltVal val="0"/>
                                          </p:val>
                                        </p:tav>
                                        <p:tav tm="100000">
                                          <p:val>
                                            <p:strVal val="#ppt_h"/>
                                          </p:val>
                                        </p:tav>
                                      </p:tavLst>
                                    </p:anim>
                                    <p:animEffect transition="in" filter="fade">
                                      <p:cBhvr>
                                        <p:cTn id="57" dur="520"/>
                                        <p:tgtEl>
                                          <p:spTgt spid="13"/>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20" decel="100000" fill="hold"/>
                                        <p:tgtEl>
                                          <p:spTgt spid="14"/>
                                        </p:tgtEl>
                                        <p:attrNameLst>
                                          <p:attrName>ppt_w</p:attrName>
                                        </p:attrNameLst>
                                      </p:cBhvr>
                                      <p:tavLst>
                                        <p:tav tm="0">
                                          <p:val>
                                            <p:fltVal val="0"/>
                                          </p:val>
                                        </p:tav>
                                        <p:tav tm="100000">
                                          <p:val>
                                            <p:strVal val="#ppt_w"/>
                                          </p:val>
                                        </p:tav>
                                      </p:tavLst>
                                    </p:anim>
                                    <p:anim calcmode="lin" valueType="num">
                                      <p:cBhvr>
                                        <p:cTn id="61" dur="520" decel="100000" fill="hold"/>
                                        <p:tgtEl>
                                          <p:spTgt spid="14"/>
                                        </p:tgtEl>
                                        <p:attrNameLst>
                                          <p:attrName>ppt_h</p:attrName>
                                        </p:attrNameLst>
                                      </p:cBhvr>
                                      <p:tavLst>
                                        <p:tav tm="0">
                                          <p:val>
                                            <p:fltVal val="0"/>
                                          </p:val>
                                        </p:tav>
                                        <p:tav tm="100000">
                                          <p:val>
                                            <p:strVal val="#ppt_h"/>
                                          </p:val>
                                        </p:tav>
                                      </p:tavLst>
                                    </p:anim>
                                    <p:animEffect transition="in" filter="fade">
                                      <p:cBhvr>
                                        <p:cTn id="62" dur="520"/>
                                        <p:tgtEl>
                                          <p:spTgt spid="14"/>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p:cTn id="65" dur="520" decel="100000" fill="hold"/>
                                        <p:tgtEl>
                                          <p:spTgt spid="15"/>
                                        </p:tgtEl>
                                        <p:attrNameLst>
                                          <p:attrName>ppt_w</p:attrName>
                                        </p:attrNameLst>
                                      </p:cBhvr>
                                      <p:tavLst>
                                        <p:tav tm="0">
                                          <p:val>
                                            <p:fltVal val="0"/>
                                          </p:val>
                                        </p:tav>
                                        <p:tav tm="100000">
                                          <p:val>
                                            <p:strVal val="#ppt_w"/>
                                          </p:val>
                                        </p:tav>
                                      </p:tavLst>
                                    </p:anim>
                                    <p:anim calcmode="lin" valueType="num">
                                      <p:cBhvr>
                                        <p:cTn id="66" dur="520" decel="100000" fill="hold"/>
                                        <p:tgtEl>
                                          <p:spTgt spid="15"/>
                                        </p:tgtEl>
                                        <p:attrNameLst>
                                          <p:attrName>ppt_h</p:attrName>
                                        </p:attrNameLst>
                                      </p:cBhvr>
                                      <p:tavLst>
                                        <p:tav tm="0">
                                          <p:val>
                                            <p:fltVal val="0"/>
                                          </p:val>
                                        </p:tav>
                                        <p:tav tm="100000">
                                          <p:val>
                                            <p:strVal val="#ppt_h"/>
                                          </p:val>
                                        </p:tav>
                                      </p:tavLst>
                                    </p:anim>
                                    <p:animEffect transition="in" filter="fade">
                                      <p:cBhvr>
                                        <p:cTn id="67" dur="520"/>
                                        <p:tgtEl>
                                          <p:spTgt spid="15"/>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p:cTn id="70" dur="520" decel="100000" fill="hold"/>
                                        <p:tgtEl>
                                          <p:spTgt spid="16"/>
                                        </p:tgtEl>
                                        <p:attrNameLst>
                                          <p:attrName>ppt_w</p:attrName>
                                        </p:attrNameLst>
                                      </p:cBhvr>
                                      <p:tavLst>
                                        <p:tav tm="0">
                                          <p:val>
                                            <p:fltVal val="0"/>
                                          </p:val>
                                        </p:tav>
                                        <p:tav tm="100000">
                                          <p:val>
                                            <p:strVal val="#ppt_w"/>
                                          </p:val>
                                        </p:tav>
                                      </p:tavLst>
                                    </p:anim>
                                    <p:anim calcmode="lin" valueType="num">
                                      <p:cBhvr>
                                        <p:cTn id="71" dur="520" decel="100000" fill="hold"/>
                                        <p:tgtEl>
                                          <p:spTgt spid="16"/>
                                        </p:tgtEl>
                                        <p:attrNameLst>
                                          <p:attrName>ppt_h</p:attrName>
                                        </p:attrNameLst>
                                      </p:cBhvr>
                                      <p:tavLst>
                                        <p:tav tm="0">
                                          <p:val>
                                            <p:fltVal val="0"/>
                                          </p:val>
                                        </p:tav>
                                        <p:tav tm="100000">
                                          <p:val>
                                            <p:strVal val="#ppt_h"/>
                                          </p:val>
                                        </p:tav>
                                      </p:tavLst>
                                    </p:anim>
                                    <p:animEffect transition="in" filter="fade">
                                      <p:cBhvr>
                                        <p:cTn id="72" dur="520"/>
                                        <p:tgtEl>
                                          <p:spTgt spid="16"/>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p:cTn id="75" dur="520" decel="100000" fill="hold"/>
                                        <p:tgtEl>
                                          <p:spTgt spid="17"/>
                                        </p:tgtEl>
                                        <p:attrNameLst>
                                          <p:attrName>ppt_w</p:attrName>
                                        </p:attrNameLst>
                                      </p:cBhvr>
                                      <p:tavLst>
                                        <p:tav tm="0">
                                          <p:val>
                                            <p:fltVal val="0"/>
                                          </p:val>
                                        </p:tav>
                                        <p:tav tm="100000">
                                          <p:val>
                                            <p:strVal val="#ppt_w"/>
                                          </p:val>
                                        </p:tav>
                                      </p:tavLst>
                                    </p:anim>
                                    <p:anim calcmode="lin" valueType="num">
                                      <p:cBhvr>
                                        <p:cTn id="76" dur="520" decel="100000" fill="hold"/>
                                        <p:tgtEl>
                                          <p:spTgt spid="17"/>
                                        </p:tgtEl>
                                        <p:attrNameLst>
                                          <p:attrName>ppt_h</p:attrName>
                                        </p:attrNameLst>
                                      </p:cBhvr>
                                      <p:tavLst>
                                        <p:tav tm="0">
                                          <p:val>
                                            <p:fltVal val="0"/>
                                          </p:val>
                                        </p:tav>
                                        <p:tav tm="100000">
                                          <p:val>
                                            <p:strVal val="#ppt_h"/>
                                          </p:val>
                                        </p:tav>
                                      </p:tavLst>
                                    </p:anim>
                                    <p:animEffect transition="in" filter="fade">
                                      <p:cBhvr>
                                        <p:cTn id="77" dur="520"/>
                                        <p:tgtEl>
                                          <p:spTgt spid="17"/>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18"/>
                                        </p:tgtEl>
                                        <p:attrNameLst>
                                          <p:attrName>style.visibility</p:attrName>
                                        </p:attrNameLst>
                                      </p:cBhvr>
                                      <p:to>
                                        <p:strVal val="visible"/>
                                      </p:to>
                                    </p:set>
                                    <p:anim calcmode="lin" valueType="num">
                                      <p:cBhvr>
                                        <p:cTn id="80" dur="520" decel="100000" fill="hold"/>
                                        <p:tgtEl>
                                          <p:spTgt spid="18"/>
                                        </p:tgtEl>
                                        <p:attrNameLst>
                                          <p:attrName>ppt_w</p:attrName>
                                        </p:attrNameLst>
                                      </p:cBhvr>
                                      <p:tavLst>
                                        <p:tav tm="0">
                                          <p:val>
                                            <p:fltVal val="0"/>
                                          </p:val>
                                        </p:tav>
                                        <p:tav tm="100000">
                                          <p:val>
                                            <p:strVal val="#ppt_w"/>
                                          </p:val>
                                        </p:tav>
                                      </p:tavLst>
                                    </p:anim>
                                    <p:anim calcmode="lin" valueType="num">
                                      <p:cBhvr>
                                        <p:cTn id="81" dur="520" decel="100000" fill="hold"/>
                                        <p:tgtEl>
                                          <p:spTgt spid="18"/>
                                        </p:tgtEl>
                                        <p:attrNameLst>
                                          <p:attrName>ppt_h</p:attrName>
                                        </p:attrNameLst>
                                      </p:cBhvr>
                                      <p:tavLst>
                                        <p:tav tm="0">
                                          <p:val>
                                            <p:fltVal val="0"/>
                                          </p:val>
                                        </p:tav>
                                        <p:tav tm="100000">
                                          <p:val>
                                            <p:strVal val="#ppt_h"/>
                                          </p:val>
                                        </p:tav>
                                      </p:tavLst>
                                    </p:anim>
                                    <p:animEffect transition="in" filter="fade">
                                      <p:cBhvr>
                                        <p:cTn id="82" dur="520"/>
                                        <p:tgtEl>
                                          <p:spTgt spid="18"/>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19"/>
                                        </p:tgtEl>
                                        <p:attrNameLst>
                                          <p:attrName>style.visibility</p:attrName>
                                        </p:attrNameLst>
                                      </p:cBhvr>
                                      <p:to>
                                        <p:strVal val="visible"/>
                                      </p:to>
                                    </p:set>
                                    <p:anim calcmode="lin" valueType="num">
                                      <p:cBhvr>
                                        <p:cTn id="85" dur="520" decel="100000" fill="hold"/>
                                        <p:tgtEl>
                                          <p:spTgt spid="19"/>
                                        </p:tgtEl>
                                        <p:attrNameLst>
                                          <p:attrName>ppt_w</p:attrName>
                                        </p:attrNameLst>
                                      </p:cBhvr>
                                      <p:tavLst>
                                        <p:tav tm="0">
                                          <p:val>
                                            <p:fltVal val="0"/>
                                          </p:val>
                                        </p:tav>
                                        <p:tav tm="100000">
                                          <p:val>
                                            <p:strVal val="#ppt_w"/>
                                          </p:val>
                                        </p:tav>
                                      </p:tavLst>
                                    </p:anim>
                                    <p:anim calcmode="lin" valueType="num">
                                      <p:cBhvr>
                                        <p:cTn id="86" dur="520" decel="100000" fill="hold"/>
                                        <p:tgtEl>
                                          <p:spTgt spid="19"/>
                                        </p:tgtEl>
                                        <p:attrNameLst>
                                          <p:attrName>ppt_h</p:attrName>
                                        </p:attrNameLst>
                                      </p:cBhvr>
                                      <p:tavLst>
                                        <p:tav tm="0">
                                          <p:val>
                                            <p:fltVal val="0"/>
                                          </p:val>
                                        </p:tav>
                                        <p:tav tm="100000">
                                          <p:val>
                                            <p:strVal val="#ppt_h"/>
                                          </p:val>
                                        </p:tav>
                                      </p:tavLst>
                                    </p:anim>
                                    <p:animEffect transition="in" filter="fade">
                                      <p:cBhvr>
                                        <p:cTn id="87" dur="520"/>
                                        <p:tgtEl>
                                          <p:spTgt spid="19"/>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20"/>
                                        </p:tgtEl>
                                        <p:attrNameLst>
                                          <p:attrName>style.visibility</p:attrName>
                                        </p:attrNameLst>
                                      </p:cBhvr>
                                      <p:to>
                                        <p:strVal val="visible"/>
                                      </p:to>
                                    </p:set>
                                    <p:anim calcmode="lin" valueType="num">
                                      <p:cBhvr>
                                        <p:cTn id="90" dur="520" decel="100000" fill="hold"/>
                                        <p:tgtEl>
                                          <p:spTgt spid="20"/>
                                        </p:tgtEl>
                                        <p:attrNameLst>
                                          <p:attrName>ppt_w</p:attrName>
                                        </p:attrNameLst>
                                      </p:cBhvr>
                                      <p:tavLst>
                                        <p:tav tm="0">
                                          <p:val>
                                            <p:fltVal val="0"/>
                                          </p:val>
                                        </p:tav>
                                        <p:tav tm="100000">
                                          <p:val>
                                            <p:strVal val="#ppt_w"/>
                                          </p:val>
                                        </p:tav>
                                      </p:tavLst>
                                    </p:anim>
                                    <p:anim calcmode="lin" valueType="num">
                                      <p:cBhvr>
                                        <p:cTn id="91" dur="520" decel="100000" fill="hold"/>
                                        <p:tgtEl>
                                          <p:spTgt spid="20"/>
                                        </p:tgtEl>
                                        <p:attrNameLst>
                                          <p:attrName>ppt_h</p:attrName>
                                        </p:attrNameLst>
                                      </p:cBhvr>
                                      <p:tavLst>
                                        <p:tav tm="0">
                                          <p:val>
                                            <p:fltVal val="0"/>
                                          </p:val>
                                        </p:tav>
                                        <p:tav tm="100000">
                                          <p:val>
                                            <p:strVal val="#ppt_h"/>
                                          </p:val>
                                        </p:tav>
                                      </p:tavLst>
                                    </p:anim>
                                    <p:animEffect transition="in" filter="fade">
                                      <p:cBhvr>
                                        <p:cTn id="92" dur="520"/>
                                        <p:tgtEl>
                                          <p:spTgt spid="20"/>
                                        </p:tgtEl>
                                      </p:cBhvr>
                                    </p:animEffect>
                                  </p:childTnLst>
                                </p:cTn>
                              </p:par>
                            </p:childTnLst>
                          </p:cTn>
                        </p:par>
                        <p:par>
                          <p:cTn id="230" fill="hold">
                            <p:stCondLst>
                              <p:cond delay="760"/>
                            </p:stCondLst>
                            <p:childTnLst>
                              <p:par>
                                <p:cTn id="93" presetID="53" presetClass="entr" presetSubtype="16" fill="hold" grpId="0" nodeType="afterEffect">
                                  <p:stCondLst>
                                    <p:cond delay="0"/>
                                  </p:stCondLst>
                                  <p:childTnLst>
                                    <p:set>
                                      <p:cBhvr>
                                        <p:cTn id="94" dur="1" fill="hold">
                                          <p:stCondLst>
                                            <p:cond delay="0"/>
                                          </p:stCondLst>
                                        </p:cTn>
                                        <p:tgtEl>
                                          <p:spTgt spid="21"/>
                                        </p:tgtEl>
                                        <p:attrNameLst>
                                          <p:attrName>style.visibility</p:attrName>
                                        </p:attrNameLst>
                                      </p:cBhvr>
                                      <p:to>
                                        <p:strVal val="visible"/>
                                      </p:to>
                                    </p:set>
                                    <p:anim calcmode="lin" valueType="num">
                                      <p:cBhvr>
                                        <p:cTn id="95" dur="520" decel="100000" fill="hold"/>
                                        <p:tgtEl>
                                          <p:spTgt spid="21"/>
                                        </p:tgtEl>
                                        <p:attrNameLst>
                                          <p:attrName>ppt_w</p:attrName>
                                        </p:attrNameLst>
                                      </p:cBhvr>
                                      <p:tavLst>
                                        <p:tav tm="0">
                                          <p:val>
                                            <p:fltVal val="0"/>
                                          </p:val>
                                        </p:tav>
                                        <p:tav tm="100000">
                                          <p:val>
                                            <p:strVal val="#ppt_w"/>
                                          </p:val>
                                        </p:tav>
                                      </p:tavLst>
                                    </p:anim>
                                    <p:anim calcmode="lin" valueType="num">
                                      <p:cBhvr>
                                        <p:cTn id="96" dur="520" decel="100000" fill="hold"/>
                                        <p:tgtEl>
                                          <p:spTgt spid="21"/>
                                        </p:tgtEl>
                                        <p:attrNameLst>
                                          <p:attrName>ppt_h</p:attrName>
                                        </p:attrNameLst>
                                      </p:cBhvr>
                                      <p:tavLst>
                                        <p:tav tm="0">
                                          <p:val>
                                            <p:fltVal val="0"/>
                                          </p:val>
                                        </p:tav>
                                        <p:tav tm="100000">
                                          <p:val>
                                            <p:strVal val="#ppt_h"/>
                                          </p:val>
                                        </p:tav>
                                      </p:tavLst>
                                    </p:anim>
                                    <p:animEffect transition="in" filter="fade">
                                      <p:cBhvr>
                                        <p:cTn id="97" dur="520"/>
                                        <p:tgtEl>
                                          <p:spTgt spid="21"/>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 calcmode="lin" valueType="num">
                                      <p:cBhvr>
                                        <p:cTn id="100" dur="520" decel="100000" fill="hold"/>
                                        <p:tgtEl>
                                          <p:spTgt spid="22"/>
                                        </p:tgtEl>
                                        <p:attrNameLst>
                                          <p:attrName>ppt_w</p:attrName>
                                        </p:attrNameLst>
                                      </p:cBhvr>
                                      <p:tavLst>
                                        <p:tav tm="0">
                                          <p:val>
                                            <p:fltVal val="0"/>
                                          </p:val>
                                        </p:tav>
                                        <p:tav tm="100000">
                                          <p:val>
                                            <p:strVal val="#ppt_w"/>
                                          </p:val>
                                        </p:tav>
                                      </p:tavLst>
                                    </p:anim>
                                    <p:anim calcmode="lin" valueType="num">
                                      <p:cBhvr>
                                        <p:cTn id="101" dur="520" decel="100000" fill="hold"/>
                                        <p:tgtEl>
                                          <p:spTgt spid="22"/>
                                        </p:tgtEl>
                                        <p:attrNameLst>
                                          <p:attrName>ppt_h</p:attrName>
                                        </p:attrNameLst>
                                      </p:cBhvr>
                                      <p:tavLst>
                                        <p:tav tm="0">
                                          <p:val>
                                            <p:fltVal val="0"/>
                                          </p:val>
                                        </p:tav>
                                        <p:tav tm="100000">
                                          <p:val>
                                            <p:strVal val="#ppt_h"/>
                                          </p:val>
                                        </p:tav>
                                      </p:tavLst>
                                    </p:anim>
                                    <p:animEffect transition="in" filter="fade">
                                      <p:cBhvr>
                                        <p:cTn id="102" dur="520"/>
                                        <p:tgtEl>
                                          <p:spTgt spid="22"/>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 calcmode="lin" valueType="num">
                                      <p:cBhvr>
                                        <p:cTn id="105" dur="520" decel="100000" fill="hold"/>
                                        <p:tgtEl>
                                          <p:spTgt spid="23"/>
                                        </p:tgtEl>
                                        <p:attrNameLst>
                                          <p:attrName>ppt_w</p:attrName>
                                        </p:attrNameLst>
                                      </p:cBhvr>
                                      <p:tavLst>
                                        <p:tav tm="0">
                                          <p:val>
                                            <p:fltVal val="0"/>
                                          </p:val>
                                        </p:tav>
                                        <p:tav tm="100000">
                                          <p:val>
                                            <p:strVal val="#ppt_w"/>
                                          </p:val>
                                        </p:tav>
                                      </p:tavLst>
                                    </p:anim>
                                    <p:anim calcmode="lin" valueType="num">
                                      <p:cBhvr>
                                        <p:cTn id="106" dur="520" decel="100000" fill="hold"/>
                                        <p:tgtEl>
                                          <p:spTgt spid="23"/>
                                        </p:tgtEl>
                                        <p:attrNameLst>
                                          <p:attrName>ppt_h</p:attrName>
                                        </p:attrNameLst>
                                      </p:cBhvr>
                                      <p:tavLst>
                                        <p:tav tm="0">
                                          <p:val>
                                            <p:fltVal val="0"/>
                                          </p:val>
                                        </p:tav>
                                        <p:tav tm="100000">
                                          <p:val>
                                            <p:strVal val="#ppt_h"/>
                                          </p:val>
                                        </p:tav>
                                      </p:tavLst>
                                    </p:anim>
                                    <p:animEffect transition="in" filter="fade">
                                      <p:cBhvr>
                                        <p:cTn id="107" dur="520"/>
                                        <p:tgtEl>
                                          <p:spTgt spid="23"/>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24"/>
                                        </p:tgtEl>
                                        <p:attrNameLst>
                                          <p:attrName>style.visibility</p:attrName>
                                        </p:attrNameLst>
                                      </p:cBhvr>
                                      <p:to>
                                        <p:strVal val="visible"/>
                                      </p:to>
                                    </p:set>
                                    <p:anim calcmode="lin" valueType="num">
                                      <p:cBhvr>
                                        <p:cTn id="110" dur="520" decel="100000" fill="hold"/>
                                        <p:tgtEl>
                                          <p:spTgt spid="24"/>
                                        </p:tgtEl>
                                        <p:attrNameLst>
                                          <p:attrName>ppt_w</p:attrName>
                                        </p:attrNameLst>
                                      </p:cBhvr>
                                      <p:tavLst>
                                        <p:tav tm="0">
                                          <p:val>
                                            <p:fltVal val="0"/>
                                          </p:val>
                                        </p:tav>
                                        <p:tav tm="100000">
                                          <p:val>
                                            <p:strVal val="#ppt_w"/>
                                          </p:val>
                                        </p:tav>
                                      </p:tavLst>
                                    </p:anim>
                                    <p:anim calcmode="lin" valueType="num">
                                      <p:cBhvr>
                                        <p:cTn id="111" dur="520" decel="100000" fill="hold"/>
                                        <p:tgtEl>
                                          <p:spTgt spid="24"/>
                                        </p:tgtEl>
                                        <p:attrNameLst>
                                          <p:attrName>ppt_h</p:attrName>
                                        </p:attrNameLst>
                                      </p:cBhvr>
                                      <p:tavLst>
                                        <p:tav tm="0">
                                          <p:val>
                                            <p:fltVal val="0"/>
                                          </p:val>
                                        </p:tav>
                                        <p:tav tm="100000">
                                          <p:val>
                                            <p:strVal val="#ppt_h"/>
                                          </p:val>
                                        </p:tav>
                                      </p:tavLst>
                                    </p:anim>
                                    <p:animEffect transition="in" filter="fade">
                                      <p:cBhvr>
                                        <p:cTn id="112" dur="520"/>
                                        <p:tgtEl>
                                          <p:spTgt spid="24"/>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 calcmode="lin" valueType="num">
                                      <p:cBhvr>
                                        <p:cTn id="115" dur="520" decel="100000" fill="hold"/>
                                        <p:tgtEl>
                                          <p:spTgt spid="25"/>
                                        </p:tgtEl>
                                        <p:attrNameLst>
                                          <p:attrName>ppt_w</p:attrName>
                                        </p:attrNameLst>
                                      </p:cBhvr>
                                      <p:tavLst>
                                        <p:tav tm="0">
                                          <p:val>
                                            <p:fltVal val="0"/>
                                          </p:val>
                                        </p:tav>
                                        <p:tav tm="100000">
                                          <p:val>
                                            <p:strVal val="#ppt_w"/>
                                          </p:val>
                                        </p:tav>
                                      </p:tavLst>
                                    </p:anim>
                                    <p:anim calcmode="lin" valueType="num">
                                      <p:cBhvr>
                                        <p:cTn id="116" dur="520" decel="100000" fill="hold"/>
                                        <p:tgtEl>
                                          <p:spTgt spid="25"/>
                                        </p:tgtEl>
                                        <p:attrNameLst>
                                          <p:attrName>ppt_h</p:attrName>
                                        </p:attrNameLst>
                                      </p:cBhvr>
                                      <p:tavLst>
                                        <p:tav tm="0">
                                          <p:val>
                                            <p:fltVal val="0"/>
                                          </p:val>
                                        </p:tav>
                                        <p:tav tm="100000">
                                          <p:val>
                                            <p:strVal val="#ppt_h"/>
                                          </p:val>
                                        </p:tav>
                                      </p:tavLst>
                                    </p:anim>
                                    <p:animEffect transition="in" filter="fade">
                                      <p:cBhvr>
                                        <p:cTn id="117" dur="520"/>
                                        <p:tgtEl>
                                          <p:spTgt spid="25"/>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26"/>
                                        </p:tgtEl>
                                        <p:attrNameLst>
                                          <p:attrName>style.visibility</p:attrName>
                                        </p:attrNameLst>
                                      </p:cBhvr>
                                      <p:to>
                                        <p:strVal val="visible"/>
                                      </p:to>
                                    </p:set>
                                    <p:anim calcmode="lin" valueType="num">
                                      <p:cBhvr>
                                        <p:cTn id="120" dur="520" decel="100000" fill="hold"/>
                                        <p:tgtEl>
                                          <p:spTgt spid="26"/>
                                        </p:tgtEl>
                                        <p:attrNameLst>
                                          <p:attrName>ppt_w</p:attrName>
                                        </p:attrNameLst>
                                      </p:cBhvr>
                                      <p:tavLst>
                                        <p:tav tm="0">
                                          <p:val>
                                            <p:fltVal val="0"/>
                                          </p:val>
                                        </p:tav>
                                        <p:tav tm="100000">
                                          <p:val>
                                            <p:strVal val="#ppt_w"/>
                                          </p:val>
                                        </p:tav>
                                      </p:tavLst>
                                    </p:anim>
                                    <p:anim calcmode="lin" valueType="num">
                                      <p:cBhvr>
                                        <p:cTn id="121" dur="520" decel="100000" fill="hold"/>
                                        <p:tgtEl>
                                          <p:spTgt spid="26"/>
                                        </p:tgtEl>
                                        <p:attrNameLst>
                                          <p:attrName>ppt_h</p:attrName>
                                        </p:attrNameLst>
                                      </p:cBhvr>
                                      <p:tavLst>
                                        <p:tav tm="0">
                                          <p:val>
                                            <p:fltVal val="0"/>
                                          </p:val>
                                        </p:tav>
                                        <p:tav tm="100000">
                                          <p:val>
                                            <p:strVal val="#ppt_h"/>
                                          </p:val>
                                        </p:tav>
                                      </p:tavLst>
                                    </p:anim>
                                    <p:animEffect transition="in" filter="fade">
                                      <p:cBhvr>
                                        <p:cTn id="122" dur="520"/>
                                        <p:tgtEl>
                                          <p:spTgt spid="26"/>
                                        </p:tgtEl>
                                      </p:cBhvr>
                                    </p:animEffect>
                                  </p:childTnLst>
                                </p:cTn>
                              </p:par>
                              <p:par>
                                <p:cTn id="123" presetID="53" presetClass="entr" presetSubtype="16" fill="hold" grpId="0" nodeType="withEffect">
                                  <p:stCondLst>
                                    <p:cond delay="0"/>
                                  </p:stCondLst>
                                  <p:childTnLst>
                                    <p:set>
                                      <p:cBhvr>
                                        <p:cTn id="124" dur="1" fill="hold">
                                          <p:stCondLst>
                                            <p:cond delay="0"/>
                                          </p:stCondLst>
                                        </p:cTn>
                                        <p:tgtEl>
                                          <p:spTgt spid="27"/>
                                        </p:tgtEl>
                                        <p:attrNameLst>
                                          <p:attrName>style.visibility</p:attrName>
                                        </p:attrNameLst>
                                      </p:cBhvr>
                                      <p:to>
                                        <p:strVal val="visible"/>
                                      </p:to>
                                    </p:set>
                                    <p:anim calcmode="lin" valueType="num">
                                      <p:cBhvr>
                                        <p:cTn id="125" dur="520" decel="100000" fill="hold"/>
                                        <p:tgtEl>
                                          <p:spTgt spid="27"/>
                                        </p:tgtEl>
                                        <p:attrNameLst>
                                          <p:attrName>ppt_w</p:attrName>
                                        </p:attrNameLst>
                                      </p:cBhvr>
                                      <p:tavLst>
                                        <p:tav tm="0">
                                          <p:val>
                                            <p:fltVal val="0"/>
                                          </p:val>
                                        </p:tav>
                                        <p:tav tm="100000">
                                          <p:val>
                                            <p:strVal val="#ppt_w"/>
                                          </p:val>
                                        </p:tav>
                                      </p:tavLst>
                                    </p:anim>
                                    <p:anim calcmode="lin" valueType="num">
                                      <p:cBhvr>
                                        <p:cTn id="126" dur="520" decel="100000" fill="hold"/>
                                        <p:tgtEl>
                                          <p:spTgt spid="27"/>
                                        </p:tgtEl>
                                        <p:attrNameLst>
                                          <p:attrName>ppt_h</p:attrName>
                                        </p:attrNameLst>
                                      </p:cBhvr>
                                      <p:tavLst>
                                        <p:tav tm="0">
                                          <p:val>
                                            <p:fltVal val="0"/>
                                          </p:val>
                                        </p:tav>
                                        <p:tav tm="100000">
                                          <p:val>
                                            <p:strVal val="#ppt_h"/>
                                          </p:val>
                                        </p:tav>
                                      </p:tavLst>
                                    </p:anim>
                                    <p:animEffect transition="in" filter="fade">
                                      <p:cBhvr>
                                        <p:cTn id="127" dur="520"/>
                                        <p:tgtEl>
                                          <p:spTgt spid="27"/>
                                        </p:tgtEl>
                                      </p:cBhvr>
                                    </p:animEffect>
                                  </p:childTnLst>
                                </p:cTn>
                              </p:par>
                              <p:par>
                                <p:cTn id="128" presetID="53" presetClass="entr" presetSubtype="16" fill="hold" grpId="0" nodeType="withEffect">
                                  <p:stCondLst>
                                    <p:cond delay="0"/>
                                  </p:stCondLst>
                                  <p:childTnLst>
                                    <p:set>
                                      <p:cBhvr>
                                        <p:cTn id="129" dur="1" fill="hold">
                                          <p:stCondLst>
                                            <p:cond delay="0"/>
                                          </p:stCondLst>
                                        </p:cTn>
                                        <p:tgtEl>
                                          <p:spTgt spid="28"/>
                                        </p:tgtEl>
                                        <p:attrNameLst>
                                          <p:attrName>style.visibility</p:attrName>
                                        </p:attrNameLst>
                                      </p:cBhvr>
                                      <p:to>
                                        <p:strVal val="visible"/>
                                      </p:to>
                                    </p:set>
                                    <p:anim calcmode="lin" valueType="num">
                                      <p:cBhvr>
                                        <p:cTn id="130" dur="520" decel="100000" fill="hold"/>
                                        <p:tgtEl>
                                          <p:spTgt spid="28"/>
                                        </p:tgtEl>
                                        <p:attrNameLst>
                                          <p:attrName>ppt_w</p:attrName>
                                        </p:attrNameLst>
                                      </p:cBhvr>
                                      <p:tavLst>
                                        <p:tav tm="0">
                                          <p:val>
                                            <p:fltVal val="0"/>
                                          </p:val>
                                        </p:tav>
                                        <p:tav tm="100000">
                                          <p:val>
                                            <p:strVal val="#ppt_w"/>
                                          </p:val>
                                        </p:tav>
                                      </p:tavLst>
                                    </p:anim>
                                    <p:anim calcmode="lin" valueType="num">
                                      <p:cBhvr>
                                        <p:cTn id="131" dur="520" decel="100000" fill="hold"/>
                                        <p:tgtEl>
                                          <p:spTgt spid="28"/>
                                        </p:tgtEl>
                                        <p:attrNameLst>
                                          <p:attrName>ppt_h</p:attrName>
                                        </p:attrNameLst>
                                      </p:cBhvr>
                                      <p:tavLst>
                                        <p:tav tm="0">
                                          <p:val>
                                            <p:fltVal val="0"/>
                                          </p:val>
                                        </p:tav>
                                        <p:tav tm="100000">
                                          <p:val>
                                            <p:strVal val="#ppt_h"/>
                                          </p:val>
                                        </p:tav>
                                      </p:tavLst>
                                    </p:anim>
                                    <p:animEffect transition="in" filter="fade">
                                      <p:cBhvr>
                                        <p:cTn id="132" dur="520"/>
                                        <p:tgtEl>
                                          <p:spTgt spid="28"/>
                                        </p:tgtEl>
                                      </p:cBhvr>
                                    </p:animEffect>
                                  </p:childTnLst>
                                </p:cTn>
                              </p:par>
                              <p:par>
                                <p:cTn id="133" presetID="53" presetClass="entr" presetSubtype="16" fill="hold" grpId="0" nodeType="withEffect">
                                  <p:stCondLst>
                                    <p:cond delay="0"/>
                                  </p:stCondLst>
                                  <p:childTnLst>
                                    <p:set>
                                      <p:cBhvr>
                                        <p:cTn id="134" dur="1" fill="hold">
                                          <p:stCondLst>
                                            <p:cond delay="0"/>
                                          </p:stCondLst>
                                        </p:cTn>
                                        <p:tgtEl>
                                          <p:spTgt spid="29"/>
                                        </p:tgtEl>
                                        <p:attrNameLst>
                                          <p:attrName>style.visibility</p:attrName>
                                        </p:attrNameLst>
                                      </p:cBhvr>
                                      <p:to>
                                        <p:strVal val="visible"/>
                                      </p:to>
                                    </p:set>
                                    <p:anim calcmode="lin" valueType="num">
                                      <p:cBhvr>
                                        <p:cTn id="135" dur="520" decel="100000" fill="hold"/>
                                        <p:tgtEl>
                                          <p:spTgt spid="29"/>
                                        </p:tgtEl>
                                        <p:attrNameLst>
                                          <p:attrName>ppt_w</p:attrName>
                                        </p:attrNameLst>
                                      </p:cBhvr>
                                      <p:tavLst>
                                        <p:tav tm="0">
                                          <p:val>
                                            <p:fltVal val="0"/>
                                          </p:val>
                                        </p:tav>
                                        <p:tav tm="100000">
                                          <p:val>
                                            <p:strVal val="#ppt_w"/>
                                          </p:val>
                                        </p:tav>
                                      </p:tavLst>
                                    </p:anim>
                                    <p:anim calcmode="lin" valueType="num">
                                      <p:cBhvr>
                                        <p:cTn id="136" dur="520" decel="100000" fill="hold"/>
                                        <p:tgtEl>
                                          <p:spTgt spid="29"/>
                                        </p:tgtEl>
                                        <p:attrNameLst>
                                          <p:attrName>ppt_h</p:attrName>
                                        </p:attrNameLst>
                                      </p:cBhvr>
                                      <p:tavLst>
                                        <p:tav tm="0">
                                          <p:val>
                                            <p:fltVal val="0"/>
                                          </p:val>
                                        </p:tav>
                                        <p:tav tm="100000">
                                          <p:val>
                                            <p:strVal val="#ppt_h"/>
                                          </p:val>
                                        </p:tav>
                                      </p:tavLst>
                                    </p:anim>
                                    <p:animEffect transition="in" filter="fade">
                                      <p:cBhvr>
                                        <p:cTn id="137" dur="520"/>
                                        <p:tgtEl>
                                          <p:spTgt spid="29"/>
                                        </p:tgtEl>
                                      </p:cBhvr>
                                    </p:animEffect>
                                  </p:childTnLst>
                                </p:cTn>
                              </p:par>
                            </p:childTnLst>
                          </p:cTn>
                        </p:par>
                        <p:par>
                          <p:cTn id="231" fill="hold">
                            <p:stCondLst>
                              <p:cond delay="1140"/>
                            </p:stCondLst>
                            <p:childTnLst>
                              <p:par>
                                <p:cTn id="138" presetID="53" presetClass="entr" presetSubtype="16" fill="hold" grpId="0" nodeType="afterEffect">
                                  <p:stCondLst>
                                    <p:cond delay="0"/>
                                  </p:stCondLst>
                                  <p:childTnLst>
                                    <p:set>
                                      <p:cBhvr>
                                        <p:cTn id="139" dur="1" fill="hold">
                                          <p:stCondLst>
                                            <p:cond delay="0"/>
                                          </p:stCondLst>
                                        </p:cTn>
                                        <p:tgtEl>
                                          <p:spTgt spid="30"/>
                                        </p:tgtEl>
                                        <p:attrNameLst>
                                          <p:attrName>style.visibility</p:attrName>
                                        </p:attrNameLst>
                                      </p:cBhvr>
                                      <p:to>
                                        <p:strVal val="visible"/>
                                      </p:to>
                                    </p:set>
                                    <p:anim calcmode="lin" valueType="num">
                                      <p:cBhvr>
                                        <p:cTn id="140" dur="520" decel="100000" fill="hold"/>
                                        <p:tgtEl>
                                          <p:spTgt spid="30"/>
                                        </p:tgtEl>
                                        <p:attrNameLst>
                                          <p:attrName>ppt_w</p:attrName>
                                        </p:attrNameLst>
                                      </p:cBhvr>
                                      <p:tavLst>
                                        <p:tav tm="0">
                                          <p:val>
                                            <p:fltVal val="0"/>
                                          </p:val>
                                        </p:tav>
                                        <p:tav tm="100000">
                                          <p:val>
                                            <p:strVal val="#ppt_w"/>
                                          </p:val>
                                        </p:tav>
                                      </p:tavLst>
                                    </p:anim>
                                    <p:anim calcmode="lin" valueType="num">
                                      <p:cBhvr>
                                        <p:cTn id="141" dur="520" decel="100000" fill="hold"/>
                                        <p:tgtEl>
                                          <p:spTgt spid="30"/>
                                        </p:tgtEl>
                                        <p:attrNameLst>
                                          <p:attrName>ppt_h</p:attrName>
                                        </p:attrNameLst>
                                      </p:cBhvr>
                                      <p:tavLst>
                                        <p:tav tm="0">
                                          <p:val>
                                            <p:fltVal val="0"/>
                                          </p:val>
                                        </p:tav>
                                        <p:tav tm="100000">
                                          <p:val>
                                            <p:strVal val="#ppt_h"/>
                                          </p:val>
                                        </p:tav>
                                      </p:tavLst>
                                    </p:anim>
                                    <p:animEffect transition="in" filter="fade">
                                      <p:cBhvr>
                                        <p:cTn id="142" dur="520"/>
                                        <p:tgtEl>
                                          <p:spTgt spid="30"/>
                                        </p:tgtEl>
                                      </p:cBhvr>
                                    </p:animEffect>
                                  </p:childTnLst>
                                </p:cTn>
                              </p:par>
                              <p:par>
                                <p:cTn id="143" presetID="53" presetClass="entr" presetSubtype="16" fill="hold" grpId="0" nodeType="withEffect">
                                  <p:stCondLst>
                                    <p:cond delay="0"/>
                                  </p:stCondLst>
                                  <p:childTnLst>
                                    <p:set>
                                      <p:cBhvr>
                                        <p:cTn id="144" dur="1" fill="hold">
                                          <p:stCondLst>
                                            <p:cond delay="0"/>
                                          </p:stCondLst>
                                        </p:cTn>
                                        <p:tgtEl>
                                          <p:spTgt spid="31"/>
                                        </p:tgtEl>
                                        <p:attrNameLst>
                                          <p:attrName>style.visibility</p:attrName>
                                        </p:attrNameLst>
                                      </p:cBhvr>
                                      <p:to>
                                        <p:strVal val="visible"/>
                                      </p:to>
                                    </p:set>
                                    <p:anim calcmode="lin" valueType="num">
                                      <p:cBhvr>
                                        <p:cTn id="145" dur="520" decel="100000" fill="hold"/>
                                        <p:tgtEl>
                                          <p:spTgt spid="31"/>
                                        </p:tgtEl>
                                        <p:attrNameLst>
                                          <p:attrName>ppt_w</p:attrName>
                                        </p:attrNameLst>
                                      </p:cBhvr>
                                      <p:tavLst>
                                        <p:tav tm="0">
                                          <p:val>
                                            <p:fltVal val="0"/>
                                          </p:val>
                                        </p:tav>
                                        <p:tav tm="100000">
                                          <p:val>
                                            <p:strVal val="#ppt_w"/>
                                          </p:val>
                                        </p:tav>
                                      </p:tavLst>
                                    </p:anim>
                                    <p:anim calcmode="lin" valueType="num">
                                      <p:cBhvr>
                                        <p:cTn id="146" dur="520" decel="100000" fill="hold"/>
                                        <p:tgtEl>
                                          <p:spTgt spid="31"/>
                                        </p:tgtEl>
                                        <p:attrNameLst>
                                          <p:attrName>ppt_h</p:attrName>
                                        </p:attrNameLst>
                                      </p:cBhvr>
                                      <p:tavLst>
                                        <p:tav tm="0">
                                          <p:val>
                                            <p:fltVal val="0"/>
                                          </p:val>
                                        </p:tav>
                                        <p:tav tm="100000">
                                          <p:val>
                                            <p:strVal val="#ppt_h"/>
                                          </p:val>
                                        </p:tav>
                                      </p:tavLst>
                                    </p:anim>
                                    <p:animEffect transition="in" filter="fade">
                                      <p:cBhvr>
                                        <p:cTn id="147" dur="520"/>
                                        <p:tgtEl>
                                          <p:spTgt spid="31"/>
                                        </p:tgtEl>
                                      </p:cBhvr>
                                    </p:animEffect>
                                  </p:childTnLst>
                                </p:cTn>
                              </p:par>
                              <p:par>
                                <p:cTn id="148" presetID="53" presetClass="entr" presetSubtype="16" fill="hold" grpId="0" nodeType="withEffect">
                                  <p:stCondLst>
                                    <p:cond delay="0"/>
                                  </p:stCondLst>
                                  <p:childTnLst>
                                    <p:set>
                                      <p:cBhvr>
                                        <p:cTn id="149" dur="1" fill="hold">
                                          <p:stCondLst>
                                            <p:cond delay="0"/>
                                          </p:stCondLst>
                                        </p:cTn>
                                        <p:tgtEl>
                                          <p:spTgt spid="32"/>
                                        </p:tgtEl>
                                        <p:attrNameLst>
                                          <p:attrName>style.visibility</p:attrName>
                                        </p:attrNameLst>
                                      </p:cBhvr>
                                      <p:to>
                                        <p:strVal val="visible"/>
                                      </p:to>
                                    </p:set>
                                    <p:anim calcmode="lin" valueType="num">
                                      <p:cBhvr>
                                        <p:cTn id="150" dur="520" decel="100000" fill="hold"/>
                                        <p:tgtEl>
                                          <p:spTgt spid="32"/>
                                        </p:tgtEl>
                                        <p:attrNameLst>
                                          <p:attrName>ppt_w</p:attrName>
                                        </p:attrNameLst>
                                      </p:cBhvr>
                                      <p:tavLst>
                                        <p:tav tm="0">
                                          <p:val>
                                            <p:fltVal val="0"/>
                                          </p:val>
                                        </p:tav>
                                        <p:tav tm="100000">
                                          <p:val>
                                            <p:strVal val="#ppt_w"/>
                                          </p:val>
                                        </p:tav>
                                      </p:tavLst>
                                    </p:anim>
                                    <p:anim calcmode="lin" valueType="num">
                                      <p:cBhvr>
                                        <p:cTn id="151" dur="520" decel="100000" fill="hold"/>
                                        <p:tgtEl>
                                          <p:spTgt spid="32"/>
                                        </p:tgtEl>
                                        <p:attrNameLst>
                                          <p:attrName>ppt_h</p:attrName>
                                        </p:attrNameLst>
                                      </p:cBhvr>
                                      <p:tavLst>
                                        <p:tav tm="0">
                                          <p:val>
                                            <p:fltVal val="0"/>
                                          </p:val>
                                        </p:tav>
                                        <p:tav tm="100000">
                                          <p:val>
                                            <p:strVal val="#ppt_h"/>
                                          </p:val>
                                        </p:tav>
                                      </p:tavLst>
                                    </p:anim>
                                    <p:animEffect transition="in" filter="fade">
                                      <p:cBhvr>
                                        <p:cTn id="152" dur="520"/>
                                        <p:tgtEl>
                                          <p:spTgt spid="32"/>
                                        </p:tgtEl>
                                      </p:cBhvr>
                                    </p:animEffect>
                                  </p:childTnLst>
                                </p:cTn>
                              </p:par>
                              <p:par>
                                <p:cTn id="153" presetID="53" presetClass="entr" presetSubtype="16" fill="hold" grpId="0" nodeType="withEffect">
                                  <p:stCondLst>
                                    <p:cond delay="0"/>
                                  </p:stCondLst>
                                  <p:childTnLst>
                                    <p:set>
                                      <p:cBhvr>
                                        <p:cTn id="154" dur="1" fill="hold">
                                          <p:stCondLst>
                                            <p:cond delay="0"/>
                                          </p:stCondLst>
                                        </p:cTn>
                                        <p:tgtEl>
                                          <p:spTgt spid="33"/>
                                        </p:tgtEl>
                                        <p:attrNameLst>
                                          <p:attrName>style.visibility</p:attrName>
                                        </p:attrNameLst>
                                      </p:cBhvr>
                                      <p:to>
                                        <p:strVal val="visible"/>
                                      </p:to>
                                    </p:set>
                                    <p:anim calcmode="lin" valueType="num">
                                      <p:cBhvr>
                                        <p:cTn id="155" dur="520" decel="100000" fill="hold"/>
                                        <p:tgtEl>
                                          <p:spTgt spid="33"/>
                                        </p:tgtEl>
                                        <p:attrNameLst>
                                          <p:attrName>ppt_w</p:attrName>
                                        </p:attrNameLst>
                                      </p:cBhvr>
                                      <p:tavLst>
                                        <p:tav tm="0">
                                          <p:val>
                                            <p:fltVal val="0"/>
                                          </p:val>
                                        </p:tav>
                                        <p:tav tm="100000">
                                          <p:val>
                                            <p:strVal val="#ppt_w"/>
                                          </p:val>
                                        </p:tav>
                                      </p:tavLst>
                                    </p:anim>
                                    <p:anim calcmode="lin" valueType="num">
                                      <p:cBhvr>
                                        <p:cTn id="156" dur="520" decel="100000" fill="hold"/>
                                        <p:tgtEl>
                                          <p:spTgt spid="33"/>
                                        </p:tgtEl>
                                        <p:attrNameLst>
                                          <p:attrName>ppt_h</p:attrName>
                                        </p:attrNameLst>
                                      </p:cBhvr>
                                      <p:tavLst>
                                        <p:tav tm="0">
                                          <p:val>
                                            <p:fltVal val="0"/>
                                          </p:val>
                                        </p:tav>
                                        <p:tav tm="100000">
                                          <p:val>
                                            <p:strVal val="#ppt_h"/>
                                          </p:val>
                                        </p:tav>
                                      </p:tavLst>
                                    </p:anim>
                                    <p:animEffect transition="in" filter="fade">
                                      <p:cBhvr>
                                        <p:cTn id="157" dur="520"/>
                                        <p:tgtEl>
                                          <p:spTgt spid="33"/>
                                        </p:tgtEl>
                                      </p:cBhvr>
                                    </p:animEffect>
                                  </p:childTnLst>
                                </p:cTn>
                              </p:par>
                              <p:par>
                                <p:cTn id="158" presetID="53" presetClass="entr" presetSubtype="16" fill="hold" grpId="0" nodeType="withEffect">
                                  <p:stCondLst>
                                    <p:cond delay="0"/>
                                  </p:stCondLst>
                                  <p:childTnLst>
                                    <p:set>
                                      <p:cBhvr>
                                        <p:cTn id="159" dur="1" fill="hold">
                                          <p:stCondLst>
                                            <p:cond delay="0"/>
                                          </p:stCondLst>
                                        </p:cTn>
                                        <p:tgtEl>
                                          <p:spTgt spid="34"/>
                                        </p:tgtEl>
                                        <p:attrNameLst>
                                          <p:attrName>style.visibility</p:attrName>
                                        </p:attrNameLst>
                                      </p:cBhvr>
                                      <p:to>
                                        <p:strVal val="visible"/>
                                      </p:to>
                                    </p:set>
                                    <p:anim calcmode="lin" valueType="num">
                                      <p:cBhvr>
                                        <p:cTn id="160" dur="520" decel="100000" fill="hold"/>
                                        <p:tgtEl>
                                          <p:spTgt spid="34"/>
                                        </p:tgtEl>
                                        <p:attrNameLst>
                                          <p:attrName>ppt_w</p:attrName>
                                        </p:attrNameLst>
                                      </p:cBhvr>
                                      <p:tavLst>
                                        <p:tav tm="0">
                                          <p:val>
                                            <p:fltVal val="0"/>
                                          </p:val>
                                        </p:tav>
                                        <p:tav tm="100000">
                                          <p:val>
                                            <p:strVal val="#ppt_w"/>
                                          </p:val>
                                        </p:tav>
                                      </p:tavLst>
                                    </p:anim>
                                    <p:anim calcmode="lin" valueType="num">
                                      <p:cBhvr>
                                        <p:cTn id="161" dur="520" decel="100000" fill="hold"/>
                                        <p:tgtEl>
                                          <p:spTgt spid="34"/>
                                        </p:tgtEl>
                                        <p:attrNameLst>
                                          <p:attrName>ppt_h</p:attrName>
                                        </p:attrNameLst>
                                      </p:cBhvr>
                                      <p:tavLst>
                                        <p:tav tm="0">
                                          <p:val>
                                            <p:fltVal val="0"/>
                                          </p:val>
                                        </p:tav>
                                        <p:tav tm="100000">
                                          <p:val>
                                            <p:strVal val="#ppt_h"/>
                                          </p:val>
                                        </p:tav>
                                      </p:tavLst>
                                    </p:anim>
                                    <p:animEffect transition="in" filter="fade">
                                      <p:cBhvr>
                                        <p:cTn id="162" dur="520"/>
                                        <p:tgtEl>
                                          <p:spTgt spid="34"/>
                                        </p:tgtEl>
                                      </p:cBhvr>
                                    </p:animEffect>
                                  </p:childTnLst>
                                </p:cTn>
                              </p:par>
                              <p:par>
                                <p:cTn id="163" presetID="53" presetClass="entr" presetSubtype="16" fill="hold" grpId="0" nodeType="withEffect">
                                  <p:stCondLst>
                                    <p:cond delay="0"/>
                                  </p:stCondLst>
                                  <p:childTnLst>
                                    <p:set>
                                      <p:cBhvr>
                                        <p:cTn id="164" dur="1" fill="hold">
                                          <p:stCondLst>
                                            <p:cond delay="0"/>
                                          </p:stCondLst>
                                        </p:cTn>
                                        <p:tgtEl>
                                          <p:spTgt spid="35"/>
                                        </p:tgtEl>
                                        <p:attrNameLst>
                                          <p:attrName>style.visibility</p:attrName>
                                        </p:attrNameLst>
                                      </p:cBhvr>
                                      <p:to>
                                        <p:strVal val="visible"/>
                                      </p:to>
                                    </p:set>
                                    <p:anim calcmode="lin" valueType="num">
                                      <p:cBhvr>
                                        <p:cTn id="165" dur="520" decel="100000" fill="hold"/>
                                        <p:tgtEl>
                                          <p:spTgt spid="35"/>
                                        </p:tgtEl>
                                        <p:attrNameLst>
                                          <p:attrName>ppt_w</p:attrName>
                                        </p:attrNameLst>
                                      </p:cBhvr>
                                      <p:tavLst>
                                        <p:tav tm="0">
                                          <p:val>
                                            <p:fltVal val="0"/>
                                          </p:val>
                                        </p:tav>
                                        <p:tav tm="100000">
                                          <p:val>
                                            <p:strVal val="#ppt_w"/>
                                          </p:val>
                                        </p:tav>
                                      </p:tavLst>
                                    </p:anim>
                                    <p:anim calcmode="lin" valueType="num">
                                      <p:cBhvr>
                                        <p:cTn id="166" dur="520" decel="100000" fill="hold"/>
                                        <p:tgtEl>
                                          <p:spTgt spid="35"/>
                                        </p:tgtEl>
                                        <p:attrNameLst>
                                          <p:attrName>ppt_h</p:attrName>
                                        </p:attrNameLst>
                                      </p:cBhvr>
                                      <p:tavLst>
                                        <p:tav tm="0">
                                          <p:val>
                                            <p:fltVal val="0"/>
                                          </p:val>
                                        </p:tav>
                                        <p:tav tm="100000">
                                          <p:val>
                                            <p:strVal val="#ppt_h"/>
                                          </p:val>
                                        </p:tav>
                                      </p:tavLst>
                                    </p:anim>
                                    <p:animEffect transition="in" filter="fade">
                                      <p:cBhvr>
                                        <p:cTn id="167" dur="520"/>
                                        <p:tgtEl>
                                          <p:spTgt spid="35"/>
                                        </p:tgtEl>
                                      </p:cBhvr>
                                    </p:animEffect>
                                  </p:childTnLst>
                                </p:cTn>
                              </p:par>
                              <p:par>
                                <p:cTn id="168" presetID="53" presetClass="entr" presetSubtype="16" fill="hold" grpId="0" nodeType="withEffect">
                                  <p:stCondLst>
                                    <p:cond delay="0"/>
                                  </p:stCondLst>
                                  <p:childTnLst>
                                    <p:set>
                                      <p:cBhvr>
                                        <p:cTn id="169" dur="1" fill="hold">
                                          <p:stCondLst>
                                            <p:cond delay="0"/>
                                          </p:stCondLst>
                                        </p:cTn>
                                        <p:tgtEl>
                                          <p:spTgt spid="36"/>
                                        </p:tgtEl>
                                        <p:attrNameLst>
                                          <p:attrName>style.visibility</p:attrName>
                                        </p:attrNameLst>
                                      </p:cBhvr>
                                      <p:to>
                                        <p:strVal val="visible"/>
                                      </p:to>
                                    </p:set>
                                    <p:anim calcmode="lin" valueType="num">
                                      <p:cBhvr>
                                        <p:cTn id="170" dur="520" decel="100000" fill="hold"/>
                                        <p:tgtEl>
                                          <p:spTgt spid="36"/>
                                        </p:tgtEl>
                                        <p:attrNameLst>
                                          <p:attrName>ppt_w</p:attrName>
                                        </p:attrNameLst>
                                      </p:cBhvr>
                                      <p:tavLst>
                                        <p:tav tm="0">
                                          <p:val>
                                            <p:fltVal val="0"/>
                                          </p:val>
                                        </p:tav>
                                        <p:tav tm="100000">
                                          <p:val>
                                            <p:strVal val="#ppt_w"/>
                                          </p:val>
                                        </p:tav>
                                      </p:tavLst>
                                    </p:anim>
                                    <p:anim calcmode="lin" valueType="num">
                                      <p:cBhvr>
                                        <p:cTn id="171" dur="520" decel="100000" fill="hold"/>
                                        <p:tgtEl>
                                          <p:spTgt spid="36"/>
                                        </p:tgtEl>
                                        <p:attrNameLst>
                                          <p:attrName>ppt_h</p:attrName>
                                        </p:attrNameLst>
                                      </p:cBhvr>
                                      <p:tavLst>
                                        <p:tav tm="0">
                                          <p:val>
                                            <p:fltVal val="0"/>
                                          </p:val>
                                        </p:tav>
                                        <p:tav tm="100000">
                                          <p:val>
                                            <p:strVal val="#ppt_h"/>
                                          </p:val>
                                        </p:tav>
                                      </p:tavLst>
                                    </p:anim>
                                    <p:animEffect transition="in" filter="fade">
                                      <p:cBhvr>
                                        <p:cTn id="172" dur="520"/>
                                        <p:tgtEl>
                                          <p:spTgt spid="36"/>
                                        </p:tgtEl>
                                      </p:cBhvr>
                                    </p:animEffect>
                                  </p:childTnLst>
                                </p:cTn>
                              </p:par>
                              <p:par>
                                <p:cTn id="173" presetID="53" presetClass="entr" presetSubtype="16" fill="hold" grpId="0" nodeType="withEffect">
                                  <p:stCondLst>
                                    <p:cond delay="0"/>
                                  </p:stCondLst>
                                  <p:childTnLst>
                                    <p:set>
                                      <p:cBhvr>
                                        <p:cTn id="174" dur="1" fill="hold">
                                          <p:stCondLst>
                                            <p:cond delay="0"/>
                                          </p:stCondLst>
                                        </p:cTn>
                                        <p:tgtEl>
                                          <p:spTgt spid="37"/>
                                        </p:tgtEl>
                                        <p:attrNameLst>
                                          <p:attrName>style.visibility</p:attrName>
                                        </p:attrNameLst>
                                      </p:cBhvr>
                                      <p:to>
                                        <p:strVal val="visible"/>
                                      </p:to>
                                    </p:set>
                                    <p:anim calcmode="lin" valueType="num">
                                      <p:cBhvr>
                                        <p:cTn id="175" dur="520" decel="100000" fill="hold"/>
                                        <p:tgtEl>
                                          <p:spTgt spid="37"/>
                                        </p:tgtEl>
                                        <p:attrNameLst>
                                          <p:attrName>ppt_w</p:attrName>
                                        </p:attrNameLst>
                                      </p:cBhvr>
                                      <p:tavLst>
                                        <p:tav tm="0">
                                          <p:val>
                                            <p:fltVal val="0"/>
                                          </p:val>
                                        </p:tav>
                                        <p:tav tm="100000">
                                          <p:val>
                                            <p:strVal val="#ppt_w"/>
                                          </p:val>
                                        </p:tav>
                                      </p:tavLst>
                                    </p:anim>
                                    <p:anim calcmode="lin" valueType="num">
                                      <p:cBhvr>
                                        <p:cTn id="176" dur="520" decel="100000" fill="hold"/>
                                        <p:tgtEl>
                                          <p:spTgt spid="37"/>
                                        </p:tgtEl>
                                        <p:attrNameLst>
                                          <p:attrName>ppt_h</p:attrName>
                                        </p:attrNameLst>
                                      </p:cBhvr>
                                      <p:tavLst>
                                        <p:tav tm="0">
                                          <p:val>
                                            <p:fltVal val="0"/>
                                          </p:val>
                                        </p:tav>
                                        <p:tav tm="100000">
                                          <p:val>
                                            <p:strVal val="#ppt_h"/>
                                          </p:val>
                                        </p:tav>
                                      </p:tavLst>
                                    </p:anim>
                                    <p:animEffect transition="in" filter="fade">
                                      <p:cBhvr>
                                        <p:cTn id="177" dur="520"/>
                                        <p:tgtEl>
                                          <p:spTgt spid="37"/>
                                        </p:tgtEl>
                                      </p:cBhvr>
                                    </p:animEffect>
                                  </p:childTnLst>
                                </p:cTn>
                              </p:par>
                              <p:par>
                                <p:cTn id="178" presetID="53" presetClass="entr" presetSubtype="16" fill="hold" grpId="0" nodeType="withEffect">
                                  <p:stCondLst>
                                    <p:cond delay="0"/>
                                  </p:stCondLst>
                                  <p:childTnLst>
                                    <p:set>
                                      <p:cBhvr>
                                        <p:cTn id="179" dur="1" fill="hold">
                                          <p:stCondLst>
                                            <p:cond delay="0"/>
                                          </p:stCondLst>
                                        </p:cTn>
                                        <p:tgtEl>
                                          <p:spTgt spid="38"/>
                                        </p:tgtEl>
                                        <p:attrNameLst>
                                          <p:attrName>style.visibility</p:attrName>
                                        </p:attrNameLst>
                                      </p:cBhvr>
                                      <p:to>
                                        <p:strVal val="visible"/>
                                      </p:to>
                                    </p:set>
                                    <p:anim calcmode="lin" valueType="num">
                                      <p:cBhvr>
                                        <p:cTn id="180" dur="520" decel="100000" fill="hold"/>
                                        <p:tgtEl>
                                          <p:spTgt spid="38"/>
                                        </p:tgtEl>
                                        <p:attrNameLst>
                                          <p:attrName>ppt_w</p:attrName>
                                        </p:attrNameLst>
                                      </p:cBhvr>
                                      <p:tavLst>
                                        <p:tav tm="0">
                                          <p:val>
                                            <p:fltVal val="0"/>
                                          </p:val>
                                        </p:tav>
                                        <p:tav tm="100000">
                                          <p:val>
                                            <p:strVal val="#ppt_w"/>
                                          </p:val>
                                        </p:tav>
                                      </p:tavLst>
                                    </p:anim>
                                    <p:anim calcmode="lin" valueType="num">
                                      <p:cBhvr>
                                        <p:cTn id="181" dur="520" decel="100000" fill="hold"/>
                                        <p:tgtEl>
                                          <p:spTgt spid="38"/>
                                        </p:tgtEl>
                                        <p:attrNameLst>
                                          <p:attrName>ppt_h</p:attrName>
                                        </p:attrNameLst>
                                      </p:cBhvr>
                                      <p:tavLst>
                                        <p:tav tm="0">
                                          <p:val>
                                            <p:fltVal val="0"/>
                                          </p:val>
                                        </p:tav>
                                        <p:tav tm="100000">
                                          <p:val>
                                            <p:strVal val="#ppt_h"/>
                                          </p:val>
                                        </p:tav>
                                      </p:tavLst>
                                    </p:anim>
                                    <p:animEffect transition="in" filter="fade">
                                      <p:cBhvr>
                                        <p:cTn id="182" dur="520"/>
                                        <p:tgtEl>
                                          <p:spTgt spid="38"/>
                                        </p:tgtEl>
                                      </p:cBhvr>
                                    </p:animEffect>
                                  </p:childTnLst>
                                </p:cTn>
                              </p:par>
                            </p:childTnLst>
                          </p:cTn>
                        </p:par>
                        <p:par>
                          <p:cTn id="232" fill="hold">
                            <p:stCondLst>
                              <p:cond delay="1520"/>
                            </p:stCondLst>
                            <p:childTnLst>
                              <p:par>
                                <p:cTn id="183" presetID="53" presetClass="entr" presetSubtype="16" fill="hold" grpId="0" nodeType="afterEffect">
                                  <p:stCondLst>
                                    <p:cond delay="0"/>
                                  </p:stCondLst>
                                  <p:childTnLst>
                                    <p:set>
                                      <p:cBhvr>
                                        <p:cTn id="184" dur="1" fill="hold">
                                          <p:stCondLst>
                                            <p:cond delay="0"/>
                                          </p:stCondLst>
                                        </p:cTn>
                                        <p:tgtEl>
                                          <p:spTgt spid="39"/>
                                        </p:tgtEl>
                                        <p:attrNameLst>
                                          <p:attrName>style.visibility</p:attrName>
                                        </p:attrNameLst>
                                      </p:cBhvr>
                                      <p:to>
                                        <p:strVal val="visible"/>
                                      </p:to>
                                    </p:set>
                                    <p:anim calcmode="lin" valueType="num">
                                      <p:cBhvr>
                                        <p:cTn id="185" dur="520" decel="100000" fill="hold"/>
                                        <p:tgtEl>
                                          <p:spTgt spid="39"/>
                                        </p:tgtEl>
                                        <p:attrNameLst>
                                          <p:attrName>ppt_w</p:attrName>
                                        </p:attrNameLst>
                                      </p:cBhvr>
                                      <p:tavLst>
                                        <p:tav tm="0">
                                          <p:val>
                                            <p:fltVal val="0"/>
                                          </p:val>
                                        </p:tav>
                                        <p:tav tm="100000">
                                          <p:val>
                                            <p:strVal val="#ppt_w"/>
                                          </p:val>
                                        </p:tav>
                                      </p:tavLst>
                                    </p:anim>
                                    <p:anim calcmode="lin" valueType="num">
                                      <p:cBhvr>
                                        <p:cTn id="186" dur="520" decel="100000" fill="hold"/>
                                        <p:tgtEl>
                                          <p:spTgt spid="39"/>
                                        </p:tgtEl>
                                        <p:attrNameLst>
                                          <p:attrName>ppt_h</p:attrName>
                                        </p:attrNameLst>
                                      </p:cBhvr>
                                      <p:tavLst>
                                        <p:tav tm="0">
                                          <p:val>
                                            <p:fltVal val="0"/>
                                          </p:val>
                                        </p:tav>
                                        <p:tav tm="100000">
                                          <p:val>
                                            <p:strVal val="#ppt_h"/>
                                          </p:val>
                                        </p:tav>
                                      </p:tavLst>
                                    </p:anim>
                                    <p:animEffect transition="in" filter="fade">
                                      <p:cBhvr>
                                        <p:cTn id="187" dur="520"/>
                                        <p:tgtEl>
                                          <p:spTgt spid="39"/>
                                        </p:tgtEl>
                                      </p:cBhvr>
                                    </p:animEffect>
                                  </p:childTnLst>
                                </p:cTn>
                              </p:par>
                              <p:par>
                                <p:cTn id="188" presetID="53" presetClass="entr" presetSubtype="16" fill="hold" grpId="0" nodeType="withEffect">
                                  <p:stCondLst>
                                    <p:cond delay="0"/>
                                  </p:stCondLst>
                                  <p:childTnLst>
                                    <p:set>
                                      <p:cBhvr>
                                        <p:cTn id="189" dur="1" fill="hold">
                                          <p:stCondLst>
                                            <p:cond delay="0"/>
                                          </p:stCondLst>
                                        </p:cTn>
                                        <p:tgtEl>
                                          <p:spTgt spid="40"/>
                                        </p:tgtEl>
                                        <p:attrNameLst>
                                          <p:attrName>style.visibility</p:attrName>
                                        </p:attrNameLst>
                                      </p:cBhvr>
                                      <p:to>
                                        <p:strVal val="visible"/>
                                      </p:to>
                                    </p:set>
                                    <p:anim calcmode="lin" valueType="num">
                                      <p:cBhvr>
                                        <p:cTn id="190" dur="520" decel="100000" fill="hold"/>
                                        <p:tgtEl>
                                          <p:spTgt spid="40"/>
                                        </p:tgtEl>
                                        <p:attrNameLst>
                                          <p:attrName>ppt_w</p:attrName>
                                        </p:attrNameLst>
                                      </p:cBhvr>
                                      <p:tavLst>
                                        <p:tav tm="0">
                                          <p:val>
                                            <p:fltVal val="0"/>
                                          </p:val>
                                        </p:tav>
                                        <p:tav tm="100000">
                                          <p:val>
                                            <p:strVal val="#ppt_w"/>
                                          </p:val>
                                        </p:tav>
                                      </p:tavLst>
                                    </p:anim>
                                    <p:anim calcmode="lin" valueType="num">
                                      <p:cBhvr>
                                        <p:cTn id="191" dur="520" decel="100000" fill="hold"/>
                                        <p:tgtEl>
                                          <p:spTgt spid="40"/>
                                        </p:tgtEl>
                                        <p:attrNameLst>
                                          <p:attrName>ppt_h</p:attrName>
                                        </p:attrNameLst>
                                      </p:cBhvr>
                                      <p:tavLst>
                                        <p:tav tm="0">
                                          <p:val>
                                            <p:fltVal val="0"/>
                                          </p:val>
                                        </p:tav>
                                        <p:tav tm="100000">
                                          <p:val>
                                            <p:strVal val="#ppt_h"/>
                                          </p:val>
                                        </p:tav>
                                      </p:tavLst>
                                    </p:anim>
                                    <p:animEffect transition="in" filter="fade">
                                      <p:cBhvr>
                                        <p:cTn id="192" dur="520"/>
                                        <p:tgtEl>
                                          <p:spTgt spid="40"/>
                                        </p:tgtEl>
                                      </p:cBhvr>
                                    </p:animEffect>
                                  </p:childTnLst>
                                </p:cTn>
                              </p:par>
                              <p:par>
                                <p:cTn id="193" presetID="53" presetClass="entr" presetSubtype="16" fill="hold" grpId="0" nodeType="withEffect">
                                  <p:stCondLst>
                                    <p:cond delay="0"/>
                                  </p:stCondLst>
                                  <p:childTnLst>
                                    <p:set>
                                      <p:cBhvr>
                                        <p:cTn id="194" dur="1" fill="hold">
                                          <p:stCondLst>
                                            <p:cond delay="0"/>
                                          </p:stCondLst>
                                        </p:cTn>
                                        <p:tgtEl>
                                          <p:spTgt spid="41"/>
                                        </p:tgtEl>
                                        <p:attrNameLst>
                                          <p:attrName>style.visibility</p:attrName>
                                        </p:attrNameLst>
                                      </p:cBhvr>
                                      <p:to>
                                        <p:strVal val="visible"/>
                                      </p:to>
                                    </p:set>
                                    <p:anim calcmode="lin" valueType="num">
                                      <p:cBhvr>
                                        <p:cTn id="195" dur="520" decel="100000" fill="hold"/>
                                        <p:tgtEl>
                                          <p:spTgt spid="41"/>
                                        </p:tgtEl>
                                        <p:attrNameLst>
                                          <p:attrName>ppt_w</p:attrName>
                                        </p:attrNameLst>
                                      </p:cBhvr>
                                      <p:tavLst>
                                        <p:tav tm="0">
                                          <p:val>
                                            <p:fltVal val="0"/>
                                          </p:val>
                                        </p:tav>
                                        <p:tav tm="100000">
                                          <p:val>
                                            <p:strVal val="#ppt_w"/>
                                          </p:val>
                                        </p:tav>
                                      </p:tavLst>
                                    </p:anim>
                                    <p:anim calcmode="lin" valueType="num">
                                      <p:cBhvr>
                                        <p:cTn id="196" dur="520" decel="100000" fill="hold"/>
                                        <p:tgtEl>
                                          <p:spTgt spid="41"/>
                                        </p:tgtEl>
                                        <p:attrNameLst>
                                          <p:attrName>ppt_h</p:attrName>
                                        </p:attrNameLst>
                                      </p:cBhvr>
                                      <p:tavLst>
                                        <p:tav tm="0">
                                          <p:val>
                                            <p:fltVal val="0"/>
                                          </p:val>
                                        </p:tav>
                                        <p:tav tm="100000">
                                          <p:val>
                                            <p:strVal val="#ppt_h"/>
                                          </p:val>
                                        </p:tav>
                                      </p:tavLst>
                                    </p:anim>
                                    <p:animEffect transition="in" filter="fade">
                                      <p:cBhvr>
                                        <p:cTn id="197" dur="520"/>
                                        <p:tgtEl>
                                          <p:spTgt spid="41"/>
                                        </p:tgtEl>
                                      </p:cBhvr>
                                    </p:animEffect>
                                  </p:childTnLst>
                                </p:cTn>
                              </p:par>
                              <p:par>
                                <p:cTn id="198" presetID="53" presetClass="entr" presetSubtype="16" fill="hold" grpId="0" nodeType="withEffect">
                                  <p:stCondLst>
                                    <p:cond delay="0"/>
                                  </p:stCondLst>
                                  <p:childTnLst>
                                    <p:set>
                                      <p:cBhvr>
                                        <p:cTn id="199" dur="1" fill="hold">
                                          <p:stCondLst>
                                            <p:cond delay="0"/>
                                          </p:stCondLst>
                                        </p:cTn>
                                        <p:tgtEl>
                                          <p:spTgt spid="42"/>
                                        </p:tgtEl>
                                        <p:attrNameLst>
                                          <p:attrName>style.visibility</p:attrName>
                                        </p:attrNameLst>
                                      </p:cBhvr>
                                      <p:to>
                                        <p:strVal val="visible"/>
                                      </p:to>
                                    </p:set>
                                    <p:anim calcmode="lin" valueType="num">
                                      <p:cBhvr>
                                        <p:cTn id="200" dur="520" decel="100000" fill="hold"/>
                                        <p:tgtEl>
                                          <p:spTgt spid="42"/>
                                        </p:tgtEl>
                                        <p:attrNameLst>
                                          <p:attrName>ppt_w</p:attrName>
                                        </p:attrNameLst>
                                      </p:cBhvr>
                                      <p:tavLst>
                                        <p:tav tm="0">
                                          <p:val>
                                            <p:fltVal val="0"/>
                                          </p:val>
                                        </p:tav>
                                        <p:tav tm="100000">
                                          <p:val>
                                            <p:strVal val="#ppt_w"/>
                                          </p:val>
                                        </p:tav>
                                      </p:tavLst>
                                    </p:anim>
                                    <p:anim calcmode="lin" valueType="num">
                                      <p:cBhvr>
                                        <p:cTn id="201" dur="520" decel="100000" fill="hold"/>
                                        <p:tgtEl>
                                          <p:spTgt spid="42"/>
                                        </p:tgtEl>
                                        <p:attrNameLst>
                                          <p:attrName>ppt_h</p:attrName>
                                        </p:attrNameLst>
                                      </p:cBhvr>
                                      <p:tavLst>
                                        <p:tav tm="0">
                                          <p:val>
                                            <p:fltVal val="0"/>
                                          </p:val>
                                        </p:tav>
                                        <p:tav tm="100000">
                                          <p:val>
                                            <p:strVal val="#ppt_h"/>
                                          </p:val>
                                        </p:tav>
                                      </p:tavLst>
                                    </p:anim>
                                    <p:animEffect transition="in" filter="fade">
                                      <p:cBhvr>
                                        <p:cTn id="202" dur="520"/>
                                        <p:tgtEl>
                                          <p:spTgt spid="42"/>
                                        </p:tgtEl>
                                      </p:cBhvr>
                                    </p:animEffect>
                                  </p:childTnLst>
                                </p:cTn>
                              </p:par>
                              <p:par>
                                <p:cTn id="203" presetID="53" presetClass="entr" presetSubtype="16" fill="hold" grpId="0" nodeType="withEffect">
                                  <p:stCondLst>
                                    <p:cond delay="0"/>
                                  </p:stCondLst>
                                  <p:childTnLst>
                                    <p:set>
                                      <p:cBhvr>
                                        <p:cTn id="204" dur="1" fill="hold">
                                          <p:stCondLst>
                                            <p:cond delay="0"/>
                                          </p:stCondLst>
                                        </p:cTn>
                                        <p:tgtEl>
                                          <p:spTgt spid="43"/>
                                        </p:tgtEl>
                                        <p:attrNameLst>
                                          <p:attrName>style.visibility</p:attrName>
                                        </p:attrNameLst>
                                      </p:cBhvr>
                                      <p:to>
                                        <p:strVal val="visible"/>
                                      </p:to>
                                    </p:set>
                                    <p:anim calcmode="lin" valueType="num">
                                      <p:cBhvr>
                                        <p:cTn id="205" dur="520" decel="100000" fill="hold"/>
                                        <p:tgtEl>
                                          <p:spTgt spid="43"/>
                                        </p:tgtEl>
                                        <p:attrNameLst>
                                          <p:attrName>ppt_w</p:attrName>
                                        </p:attrNameLst>
                                      </p:cBhvr>
                                      <p:tavLst>
                                        <p:tav tm="0">
                                          <p:val>
                                            <p:fltVal val="0"/>
                                          </p:val>
                                        </p:tav>
                                        <p:tav tm="100000">
                                          <p:val>
                                            <p:strVal val="#ppt_w"/>
                                          </p:val>
                                        </p:tav>
                                      </p:tavLst>
                                    </p:anim>
                                    <p:anim calcmode="lin" valueType="num">
                                      <p:cBhvr>
                                        <p:cTn id="206" dur="520" decel="100000" fill="hold"/>
                                        <p:tgtEl>
                                          <p:spTgt spid="43"/>
                                        </p:tgtEl>
                                        <p:attrNameLst>
                                          <p:attrName>ppt_h</p:attrName>
                                        </p:attrNameLst>
                                      </p:cBhvr>
                                      <p:tavLst>
                                        <p:tav tm="0">
                                          <p:val>
                                            <p:fltVal val="0"/>
                                          </p:val>
                                        </p:tav>
                                        <p:tav tm="100000">
                                          <p:val>
                                            <p:strVal val="#ppt_h"/>
                                          </p:val>
                                        </p:tav>
                                      </p:tavLst>
                                    </p:anim>
                                    <p:animEffect transition="in" filter="fade">
                                      <p:cBhvr>
                                        <p:cTn id="207" dur="520"/>
                                        <p:tgtEl>
                                          <p:spTgt spid="43"/>
                                        </p:tgtEl>
                                      </p:cBhvr>
                                    </p:animEffect>
                                  </p:childTnLst>
                                </p:cTn>
                              </p:par>
                              <p:par>
                                <p:cTn id="208" presetID="53" presetClass="entr" presetSubtype="16" fill="hold" grpId="0" nodeType="withEffect">
                                  <p:stCondLst>
                                    <p:cond delay="0"/>
                                  </p:stCondLst>
                                  <p:childTnLst>
                                    <p:set>
                                      <p:cBhvr>
                                        <p:cTn id="209" dur="1" fill="hold">
                                          <p:stCondLst>
                                            <p:cond delay="0"/>
                                          </p:stCondLst>
                                        </p:cTn>
                                        <p:tgtEl>
                                          <p:spTgt spid="44"/>
                                        </p:tgtEl>
                                        <p:attrNameLst>
                                          <p:attrName>style.visibility</p:attrName>
                                        </p:attrNameLst>
                                      </p:cBhvr>
                                      <p:to>
                                        <p:strVal val="visible"/>
                                      </p:to>
                                    </p:set>
                                    <p:anim calcmode="lin" valueType="num">
                                      <p:cBhvr>
                                        <p:cTn id="210" dur="520" decel="100000" fill="hold"/>
                                        <p:tgtEl>
                                          <p:spTgt spid="44"/>
                                        </p:tgtEl>
                                        <p:attrNameLst>
                                          <p:attrName>ppt_w</p:attrName>
                                        </p:attrNameLst>
                                      </p:cBhvr>
                                      <p:tavLst>
                                        <p:tav tm="0">
                                          <p:val>
                                            <p:fltVal val="0"/>
                                          </p:val>
                                        </p:tav>
                                        <p:tav tm="100000">
                                          <p:val>
                                            <p:strVal val="#ppt_w"/>
                                          </p:val>
                                        </p:tav>
                                      </p:tavLst>
                                    </p:anim>
                                    <p:anim calcmode="lin" valueType="num">
                                      <p:cBhvr>
                                        <p:cTn id="211" dur="520" decel="100000" fill="hold"/>
                                        <p:tgtEl>
                                          <p:spTgt spid="44"/>
                                        </p:tgtEl>
                                        <p:attrNameLst>
                                          <p:attrName>ppt_h</p:attrName>
                                        </p:attrNameLst>
                                      </p:cBhvr>
                                      <p:tavLst>
                                        <p:tav tm="0">
                                          <p:val>
                                            <p:fltVal val="0"/>
                                          </p:val>
                                        </p:tav>
                                        <p:tav tm="100000">
                                          <p:val>
                                            <p:strVal val="#ppt_h"/>
                                          </p:val>
                                        </p:tav>
                                      </p:tavLst>
                                    </p:anim>
                                    <p:animEffect transition="in" filter="fade">
                                      <p:cBhvr>
                                        <p:cTn id="212" dur="520"/>
                                        <p:tgtEl>
                                          <p:spTgt spid="44"/>
                                        </p:tgtEl>
                                      </p:cBhvr>
                                    </p:animEffect>
                                  </p:childTnLst>
                                </p:cTn>
                              </p:par>
                              <p:par>
                                <p:cTn id="213" presetID="53" presetClass="entr" presetSubtype="16" fill="hold" grpId="0" nodeType="withEffect">
                                  <p:stCondLst>
                                    <p:cond delay="0"/>
                                  </p:stCondLst>
                                  <p:childTnLst>
                                    <p:set>
                                      <p:cBhvr>
                                        <p:cTn id="214" dur="1" fill="hold">
                                          <p:stCondLst>
                                            <p:cond delay="0"/>
                                          </p:stCondLst>
                                        </p:cTn>
                                        <p:tgtEl>
                                          <p:spTgt spid="45"/>
                                        </p:tgtEl>
                                        <p:attrNameLst>
                                          <p:attrName>style.visibility</p:attrName>
                                        </p:attrNameLst>
                                      </p:cBhvr>
                                      <p:to>
                                        <p:strVal val="visible"/>
                                      </p:to>
                                    </p:set>
                                    <p:anim calcmode="lin" valueType="num">
                                      <p:cBhvr>
                                        <p:cTn id="215" dur="520" decel="100000" fill="hold"/>
                                        <p:tgtEl>
                                          <p:spTgt spid="45"/>
                                        </p:tgtEl>
                                        <p:attrNameLst>
                                          <p:attrName>ppt_w</p:attrName>
                                        </p:attrNameLst>
                                      </p:cBhvr>
                                      <p:tavLst>
                                        <p:tav tm="0">
                                          <p:val>
                                            <p:fltVal val="0"/>
                                          </p:val>
                                        </p:tav>
                                        <p:tav tm="100000">
                                          <p:val>
                                            <p:strVal val="#ppt_w"/>
                                          </p:val>
                                        </p:tav>
                                      </p:tavLst>
                                    </p:anim>
                                    <p:anim calcmode="lin" valueType="num">
                                      <p:cBhvr>
                                        <p:cTn id="216" dur="520" decel="100000" fill="hold"/>
                                        <p:tgtEl>
                                          <p:spTgt spid="45"/>
                                        </p:tgtEl>
                                        <p:attrNameLst>
                                          <p:attrName>ppt_h</p:attrName>
                                        </p:attrNameLst>
                                      </p:cBhvr>
                                      <p:tavLst>
                                        <p:tav tm="0">
                                          <p:val>
                                            <p:fltVal val="0"/>
                                          </p:val>
                                        </p:tav>
                                        <p:tav tm="100000">
                                          <p:val>
                                            <p:strVal val="#ppt_h"/>
                                          </p:val>
                                        </p:tav>
                                      </p:tavLst>
                                    </p:anim>
                                    <p:animEffect transition="in" filter="fade">
                                      <p:cBhvr>
                                        <p:cTn id="217" dur="520"/>
                                        <p:tgtEl>
                                          <p:spTgt spid="45"/>
                                        </p:tgtEl>
                                      </p:cBhvr>
                                    </p:animEffect>
                                  </p:childTnLst>
                                </p:cTn>
                              </p:par>
                              <p:par>
                                <p:cTn id="218" presetID="53" presetClass="entr" presetSubtype="16" fill="hold" grpId="0" nodeType="withEffect">
                                  <p:stCondLst>
                                    <p:cond delay="0"/>
                                  </p:stCondLst>
                                  <p:childTnLst>
                                    <p:set>
                                      <p:cBhvr>
                                        <p:cTn id="219" dur="1" fill="hold">
                                          <p:stCondLst>
                                            <p:cond delay="0"/>
                                          </p:stCondLst>
                                        </p:cTn>
                                        <p:tgtEl>
                                          <p:spTgt spid="46"/>
                                        </p:tgtEl>
                                        <p:attrNameLst>
                                          <p:attrName>style.visibility</p:attrName>
                                        </p:attrNameLst>
                                      </p:cBhvr>
                                      <p:to>
                                        <p:strVal val="visible"/>
                                      </p:to>
                                    </p:set>
                                    <p:anim calcmode="lin" valueType="num">
                                      <p:cBhvr>
                                        <p:cTn id="220" dur="520" decel="100000" fill="hold"/>
                                        <p:tgtEl>
                                          <p:spTgt spid="46"/>
                                        </p:tgtEl>
                                        <p:attrNameLst>
                                          <p:attrName>ppt_w</p:attrName>
                                        </p:attrNameLst>
                                      </p:cBhvr>
                                      <p:tavLst>
                                        <p:tav tm="0">
                                          <p:val>
                                            <p:fltVal val="0"/>
                                          </p:val>
                                        </p:tav>
                                        <p:tav tm="100000">
                                          <p:val>
                                            <p:strVal val="#ppt_w"/>
                                          </p:val>
                                        </p:tav>
                                      </p:tavLst>
                                    </p:anim>
                                    <p:anim calcmode="lin" valueType="num">
                                      <p:cBhvr>
                                        <p:cTn id="221" dur="520" decel="100000" fill="hold"/>
                                        <p:tgtEl>
                                          <p:spTgt spid="46"/>
                                        </p:tgtEl>
                                        <p:attrNameLst>
                                          <p:attrName>ppt_h</p:attrName>
                                        </p:attrNameLst>
                                      </p:cBhvr>
                                      <p:tavLst>
                                        <p:tav tm="0">
                                          <p:val>
                                            <p:fltVal val="0"/>
                                          </p:val>
                                        </p:tav>
                                        <p:tav tm="100000">
                                          <p:val>
                                            <p:strVal val="#ppt_h"/>
                                          </p:val>
                                        </p:tav>
                                      </p:tavLst>
                                    </p:anim>
                                    <p:animEffect transition="in" filter="fade">
                                      <p:cBhvr>
                                        <p:cTn id="222" dur="520"/>
                                        <p:tgtEl>
                                          <p:spTgt spid="46"/>
                                        </p:tgtEl>
                                      </p:cBhvr>
                                    </p:animEffect>
                                  </p:childTnLst>
                                </p:cTn>
                              </p:par>
                              <p:par>
                                <p:cTn id="223" presetID="53" presetClass="entr" presetSubtype="16" fill="hold" grpId="0" nodeType="withEffect">
                                  <p:stCondLst>
                                    <p:cond delay="0"/>
                                  </p:stCondLst>
                                  <p:childTnLst>
                                    <p:set>
                                      <p:cBhvr>
                                        <p:cTn id="224" dur="1" fill="hold">
                                          <p:stCondLst>
                                            <p:cond delay="0"/>
                                          </p:stCondLst>
                                        </p:cTn>
                                        <p:tgtEl>
                                          <p:spTgt spid="47"/>
                                        </p:tgtEl>
                                        <p:attrNameLst>
                                          <p:attrName>style.visibility</p:attrName>
                                        </p:attrNameLst>
                                      </p:cBhvr>
                                      <p:to>
                                        <p:strVal val="visible"/>
                                      </p:to>
                                    </p:set>
                                    <p:anim calcmode="lin" valueType="num">
                                      <p:cBhvr>
                                        <p:cTn id="225" dur="520" decel="100000" fill="hold"/>
                                        <p:tgtEl>
                                          <p:spTgt spid="47"/>
                                        </p:tgtEl>
                                        <p:attrNameLst>
                                          <p:attrName>ppt_w</p:attrName>
                                        </p:attrNameLst>
                                      </p:cBhvr>
                                      <p:tavLst>
                                        <p:tav tm="0">
                                          <p:val>
                                            <p:fltVal val="0"/>
                                          </p:val>
                                        </p:tav>
                                        <p:tav tm="100000">
                                          <p:val>
                                            <p:strVal val="#ppt_w"/>
                                          </p:val>
                                        </p:tav>
                                      </p:tavLst>
                                    </p:anim>
                                    <p:anim calcmode="lin" valueType="num">
                                      <p:cBhvr>
                                        <p:cTn id="226" dur="520" decel="100000" fill="hold"/>
                                        <p:tgtEl>
                                          <p:spTgt spid="47"/>
                                        </p:tgtEl>
                                        <p:attrNameLst>
                                          <p:attrName>ppt_h</p:attrName>
                                        </p:attrNameLst>
                                      </p:cBhvr>
                                      <p:tavLst>
                                        <p:tav tm="0">
                                          <p:val>
                                            <p:fltVal val="0"/>
                                          </p:val>
                                        </p:tav>
                                        <p:tav tm="100000">
                                          <p:val>
                                            <p:strVal val="#ppt_h"/>
                                          </p:val>
                                        </p:tav>
                                      </p:tavLst>
                                    </p:anim>
                                    <p:animEffect transition="in" filter="fade">
                                      <p:cBhvr>
                                        <p:cTn id="227" dur="52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77240"/>
          </a:xfrm>
          <a:prstGeom prst="rect">
            <a:avLst/>
          </a:prstGeom>
          <a:noFill/>
          <a:ln/>
        </p:spPr>
        <p:txBody>
          <a:bodyPr wrap="square" lIns="0" tIns="0" rIns="0" bIns="0" rtlCol="0" anchor="ctr"/>
          <a:lstStyle/>
          <a:p>
            <a:pPr algn="l" indent="0" marL="0">
              <a:buNone/>
            </a:pPr>
            <a:r>
              <a:rPr lang="en-US" sz="3600" b="1" dirty="0">
                <a:solidFill>
                  <a:schemeClr val="tx1"/>
                </a:solidFill>
              </a:rPr>
              <a:t>Only a Clear result unlocks step 3</a:t>
            </a:r>
            <a:endParaRPr lang="en-US" sz="3600" dirty="0"/>
          </a:p>
        </p:txBody>
      </p:sp>
      <p:sp>
        <p:nvSpPr>
          <p:cNvPr id="3" name="a01z_ns_b"/>
          <p:cNvSpPr/>
          <p:nvPr/>
        </p:nvSpPr>
        <p:spPr>
          <a:xfrm>
            <a:off x="548640" y="1554480"/>
            <a:ext cx="2194560" cy="914400"/>
          </a:xfrm>
          <a:prstGeom prst="roundRect">
            <a:avLst>
              <a:gd name="adj" fmla="val 12000"/>
            </a:avLst>
          </a:prstGeom>
          <a:solidFill>
            <a:schemeClr val="bg2"/>
          </a:solidFill>
          <a:ln w="19050">
            <a:solidFill>
              <a:srgbClr val="6B7A99"/>
            </a:solidFill>
            <a:prstDash val="solid"/>
          </a:ln>
        </p:spPr>
      </p:sp>
      <p:sp>
        <p:nvSpPr>
          <p:cNvPr id="4" name="a01z_ns_t"/>
          <p:cNvSpPr txBox="1"/>
          <p:nvPr/>
        </p:nvSpPr>
        <p:spPr>
          <a:xfrm>
            <a:off x="548640" y="1554480"/>
            <a:ext cx="2194560" cy="914400"/>
          </a:xfrm>
          <a:prstGeom prst="rect">
            <a:avLst/>
          </a:prstGeom>
          <a:noFill/>
          <a:ln/>
        </p:spPr>
        <p:txBody>
          <a:bodyPr wrap="square" lIns="762" tIns="762" rIns="762" bIns="762" rtlCol="0" anchor="ctr"/>
          <a:lstStyle/>
          <a:p>
            <a:pPr algn="ctr" indent="0" marL="0">
              <a:buNone/>
            </a:pPr>
            <a:r>
              <a:rPr lang="en-US" sz="1800" b="1" dirty="0">
                <a:solidFill>
                  <a:schemeClr val="tx1"/>
                </a:solidFill>
              </a:rPr>
              <a:t>Not started</a:t>
            </a:r>
            <a:endParaRPr lang="en-US" sz="1800" dirty="0"/>
          </a:p>
          <a:p>
            <a:pPr algn="ctr" indent="0" marL="0">
              <a:buNone/>
            </a:pPr>
            <a:r>
              <a:rPr lang="en-US" sz="1200" dirty="0">
                <a:solidFill>
                  <a:schemeClr val="tx2"/>
                </a:solidFill>
              </a:rPr>
              <a:t>Step 2 opens</a:t>
            </a:r>
            <a:endParaRPr lang="en-US" sz="1800" dirty="0"/>
          </a:p>
        </p:txBody>
      </p:sp>
      <p:sp>
        <p:nvSpPr>
          <p:cNvPr id="5" name="a02w_e1"/>
          <p:cNvSpPr/>
          <p:nvPr/>
        </p:nvSpPr>
        <p:spPr>
          <a:xfrm>
            <a:off x="2788920" y="2011680"/>
            <a:ext cx="640080" cy="0"/>
          </a:xfrm>
          <a:prstGeom prst="line">
            <a:avLst/>
          </a:prstGeom>
          <a:noFill/>
          <a:ln w="25400">
            <a:solidFill>
              <a:schemeClr val="tx2"/>
            </a:solidFill>
            <a:prstDash val="solid"/>
            <a:tailEnd type="triangle"/>
          </a:ln>
        </p:spPr>
      </p:sp>
      <p:sp>
        <p:nvSpPr>
          <p:cNvPr id="6" name="a02w_l1"/>
          <p:cNvSpPr txBox="1"/>
          <p:nvPr/>
        </p:nvSpPr>
        <p:spPr>
          <a:xfrm>
            <a:off x="2743200" y="1682496"/>
            <a:ext cx="731520" cy="274320"/>
          </a:xfrm>
          <a:prstGeom prst="rect">
            <a:avLst/>
          </a:prstGeom>
          <a:noFill/>
          <a:ln/>
        </p:spPr>
        <p:txBody>
          <a:bodyPr wrap="square" lIns="0" tIns="0" rIns="0" bIns="0" rtlCol="0" anchor="ctr"/>
          <a:lstStyle/>
          <a:p>
            <a:pPr algn="ctr" indent="0" marL="0">
              <a:buNone/>
            </a:pPr>
            <a:r>
              <a:rPr lang="en-US" sz="1100" dirty="0">
                <a:solidFill>
                  <a:schemeClr val="tx2"/>
                </a:solidFill>
              </a:rPr>
              <a:t>start</a:t>
            </a:r>
            <a:endParaRPr lang="en-US" sz="1100" dirty="0"/>
          </a:p>
        </p:txBody>
      </p:sp>
      <p:sp>
        <p:nvSpPr>
          <p:cNvPr id="7" name="a02w_inv_b"/>
          <p:cNvSpPr/>
          <p:nvPr/>
        </p:nvSpPr>
        <p:spPr>
          <a:xfrm>
            <a:off x="3474720" y="1554480"/>
            <a:ext cx="2194560" cy="914400"/>
          </a:xfrm>
          <a:prstGeom prst="roundRect">
            <a:avLst>
              <a:gd name="adj" fmla="val 12000"/>
            </a:avLst>
          </a:prstGeom>
          <a:solidFill>
            <a:schemeClr val="bg2"/>
          </a:solidFill>
          <a:ln w="19050">
            <a:solidFill>
              <a:srgbClr val="6B7A99"/>
            </a:solidFill>
            <a:prstDash val="solid"/>
          </a:ln>
        </p:spPr>
      </p:sp>
      <p:sp>
        <p:nvSpPr>
          <p:cNvPr id="8" name="a02w_inv_t"/>
          <p:cNvSpPr txBox="1"/>
          <p:nvPr/>
        </p:nvSpPr>
        <p:spPr>
          <a:xfrm>
            <a:off x="3474720" y="1554480"/>
            <a:ext cx="2194560" cy="914400"/>
          </a:xfrm>
          <a:prstGeom prst="rect">
            <a:avLst/>
          </a:prstGeom>
          <a:noFill/>
          <a:ln/>
        </p:spPr>
        <p:txBody>
          <a:bodyPr wrap="square" lIns="762" tIns="762" rIns="762" bIns="762" rtlCol="0" anchor="ctr"/>
          <a:lstStyle/>
          <a:p>
            <a:pPr algn="ctr" indent="0" marL="0">
              <a:buNone/>
            </a:pPr>
            <a:r>
              <a:rPr lang="en-US" sz="1800" b="1" dirty="0">
                <a:solidFill>
                  <a:schemeClr val="tx1"/>
                </a:solidFill>
              </a:rPr>
              <a:t>Invited</a:t>
            </a:r>
            <a:endParaRPr lang="en-US" sz="1800" dirty="0"/>
          </a:p>
          <a:p>
            <a:pPr algn="ctr" indent="0" marL="0">
              <a:buNone/>
            </a:pPr>
            <a:r>
              <a:rPr lang="en-US" sz="1200" dirty="0">
                <a:solidFill>
                  <a:schemeClr val="tx2"/>
                </a:solidFill>
              </a:rPr>
              <a:t>ID + consent form</a:t>
            </a:r>
            <a:endParaRPr lang="en-US" sz="1800" dirty="0"/>
          </a:p>
        </p:txBody>
      </p:sp>
      <p:sp>
        <p:nvSpPr>
          <p:cNvPr id="9" name="a03w_e2"/>
          <p:cNvSpPr/>
          <p:nvPr/>
        </p:nvSpPr>
        <p:spPr>
          <a:xfrm>
            <a:off x="5715000" y="2011680"/>
            <a:ext cx="640080" cy="0"/>
          </a:xfrm>
          <a:prstGeom prst="line">
            <a:avLst/>
          </a:prstGeom>
          <a:noFill/>
          <a:ln w="25400">
            <a:solidFill>
              <a:schemeClr val="tx2"/>
            </a:solidFill>
            <a:prstDash val="solid"/>
            <a:tailEnd type="triangle"/>
          </a:ln>
        </p:spPr>
      </p:sp>
      <p:sp>
        <p:nvSpPr>
          <p:cNvPr id="10" name="a03w_l2"/>
          <p:cNvSpPr txBox="1"/>
          <p:nvPr/>
        </p:nvSpPr>
        <p:spPr>
          <a:xfrm>
            <a:off x="5669280" y="1682496"/>
            <a:ext cx="731520" cy="274320"/>
          </a:xfrm>
          <a:prstGeom prst="rect">
            <a:avLst/>
          </a:prstGeom>
          <a:noFill/>
          <a:ln/>
        </p:spPr>
        <p:txBody>
          <a:bodyPr wrap="square" lIns="0" tIns="0" rIns="0" bIns="0" rtlCol="0" anchor="ctr"/>
          <a:lstStyle/>
          <a:p>
            <a:pPr algn="ctr" indent="0" marL="0">
              <a:buNone/>
            </a:pPr>
            <a:r>
              <a:rPr lang="en-US" sz="1100" dirty="0">
                <a:solidFill>
                  <a:schemeClr val="tx2"/>
                </a:solidFill>
              </a:rPr>
              <a:t>submitted</a:t>
            </a:r>
            <a:endParaRPr lang="en-US" sz="1100" dirty="0"/>
          </a:p>
        </p:txBody>
      </p:sp>
      <p:sp>
        <p:nvSpPr>
          <p:cNvPr id="11" name="a03w_pend_b"/>
          <p:cNvSpPr/>
          <p:nvPr/>
        </p:nvSpPr>
        <p:spPr>
          <a:xfrm>
            <a:off x="6400800" y="1554480"/>
            <a:ext cx="2194560" cy="914400"/>
          </a:xfrm>
          <a:prstGeom prst="roundRect">
            <a:avLst>
              <a:gd name="adj" fmla="val 12000"/>
            </a:avLst>
          </a:prstGeom>
          <a:solidFill>
            <a:schemeClr val="bg2"/>
          </a:solidFill>
          <a:ln w="19050">
            <a:solidFill>
              <a:srgbClr val="6B7A99"/>
            </a:solidFill>
            <a:prstDash val="solid"/>
          </a:ln>
        </p:spPr>
      </p:sp>
      <p:sp>
        <p:nvSpPr>
          <p:cNvPr id="12" name="a03w_pend_t"/>
          <p:cNvSpPr txBox="1"/>
          <p:nvPr/>
        </p:nvSpPr>
        <p:spPr>
          <a:xfrm>
            <a:off x="6400800" y="1554480"/>
            <a:ext cx="2194560" cy="914400"/>
          </a:xfrm>
          <a:prstGeom prst="rect">
            <a:avLst/>
          </a:prstGeom>
          <a:noFill/>
          <a:ln/>
        </p:spPr>
        <p:txBody>
          <a:bodyPr wrap="square" lIns="762" tIns="762" rIns="762" bIns="762" rtlCol="0" anchor="ctr"/>
          <a:lstStyle/>
          <a:p>
            <a:pPr algn="ctr" indent="0" marL="0">
              <a:buNone/>
            </a:pPr>
            <a:r>
              <a:rPr lang="en-US" sz="1800" b="1" dirty="0">
                <a:solidFill>
                  <a:schemeClr val="tx1"/>
                </a:solidFill>
              </a:rPr>
              <a:t>Pending</a:t>
            </a:r>
            <a:endParaRPr lang="en-US" sz="1800" dirty="0"/>
          </a:p>
          <a:p>
            <a:pPr algn="ctr" indent="0" marL="0">
              <a:buNone/>
            </a:pPr>
            <a:r>
              <a:rPr lang="en-US" sz="1200" dirty="0">
                <a:solidFill>
                  <a:schemeClr val="tx2"/>
                </a:solidFill>
              </a:rPr>
              <a:t>Checkr processing</a:t>
            </a:r>
            <a:endParaRPr lang="en-US" sz="1800" dirty="0"/>
          </a:p>
        </p:txBody>
      </p:sp>
      <p:sp>
        <p:nvSpPr>
          <p:cNvPr id="13" name="a04z_e3"/>
          <p:cNvSpPr/>
          <p:nvPr/>
        </p:nvSpPr>
        <p:spPr>
          <a:xfrm>
            <a:off x="8641080" y="2011680"/>
            <a:ext cx="640080" cy="0"/>
          </a:xfrm>
          <a:prstGeom prst="line">
            <a:avLst/>
          </a:prstGeom>
          <a:noFill/>
          <a:ln w="38100">
            <a:solidFill>
              <a:schemeClr val="accent5"/>
            </a:solidFill>
            <a:prstDash val="solid"/>
            <a:tailEnd type="triangle"/>
          </a:ln>
        </p:spPr>
      </p:sp>
      <p:sp>
        <p:nvSpPr>
          <p:cNvPr id="14" name="a04z_l3"/>
          <p:cNvSpPr txBox="1"/>
          <p:nvPr/>
        </p:nvSpPr>
        <p:spPr>
          <a:xfrm>
            <a:off x="8503920" y="1682496"/>
            <a:ext cx="914400" cy="274320"/>
          </a:xfrm>
          <a:prstGeom prst="rect">
            <a:avLst/>
          </a:prstGeom>
          <a:noFill/>
          <a:ln/>
        </p:spPr>
        <p:txBody>
          <a:bodyPr wrap="square" lIns="0" tIns="0" rIns="0" bIns="0" rtlCol="0" anchor="ctr"/>
          <a:lstStyle/>
          <a:p>
            <a:pPr algn="ctr" indent="0" marL="0">
              <a:buNone/>
            </a:pPr>
            <a:r>
              <a:rPr lang="en-US" sz="1100" b="1" dirty="0">
                <a:solidFill>
                  <a:schemeClr val="accent5"/>
                </a:solidFill>
              </a:rPr>
              <a:t>clear</a:t>
            </a:r>
            <a:endParaRPr lang="en-US" sz="1100" dirty="0"/>
          </a:p>
        </p:txBody>
      </p:sp>
      <p:sp>
        <p:nvSpPr>
          <p:cNvPr id="15" name="a04z_clear_b"/>
          <p:cNvSpPr/>
          <p:nvPr/>
        </p:nvSpPr>
        <p:spPr>
          <a:xfrm>
            <a:off x="9326880" y="1554480"/>
            <a:ext cx="2194560" cy="914400"/>
          </a:xfrm>
          <a:prstGeom prst="roundRect">
            <a:avLst>
              <a:gd name="adj" fmla="val 12000"/>
            </a:avLst>
          </a:prstGeom>
          <a:solidFill>
            <a:schemeClr val="accent5"/>
          </a:solidFill>
          <a:ln/>
        </p:spPr>
      </p:sp>
      <p:sp>
        <p:nvSpPr>
          <p:cNvPr id="16" name="a04z_clear_t"/>
          <p:cNvSpPr txBox="1"/>
          <p:nvPr/>
        </p:nvSpPr>
        <p:spPr>
          <a:xfrm>
            <a:off x="9326880" y="1554480"/>
            <a:ext cx="2194560" cy="914400"/>
          </a:xfrm>
          <a:prstGeom prst="rect">
            <a:avLst/>
          </a:prstGeom>
          <a:noFill/>
          <a:ln/>
        </p:spPr>
        <p:txBody>
          <a:bodyPr wrap="square" lIns="762" tIns="762" rIns="762" bIns="762" rtlCol="0" anchor="ctr"/>
          <a:lstStyle/>
          <a:p>
            <a:pPr algn="ctr" indent="0" marL="0">
              <a:buNone/>
            </a:pPr>
            <a:r>
              <a:rPr lang="en-US" sz="1800" b="1" dirty="0">
                <a:solidFill>
                  <a:schemeClr val="bg1"/>
                </a:solidFill>
              </a:rPr>
              <a:t>Clear</a:t>
            </a:r>
            <a:endParaRPr lang="en-US" sz="1800" dirty="0"/>
          </a:p>
          <a:p>
            <a:pPr algn="ctr" indent="0" marL="0">
              <a:buNone/>
            </a:pPr>
            <a:r>
              <a:rPr lang="en-US" sz="1200" dirty="0">
                <a:solidFill>
                  <a:schemeClr val="bg1"/>
                </a:solidFill>
              </a:rPr>
              <a:t>Step 3 unlocks</a:t>
            </a:r>
            <a:endParaRPr lang="en-US" sz="1800" dirty="0"/>
          </a:p>
        </p:txBody>
      </p:sp>
      <p:sp>
        <p:nvSpPr>
          <p:cNvPr id="17" name="a05d_e4"/>
          <p:cNvSpPr/>
          <p:nvPr/>
        </p:nvSpPr>
        <p:spPr>
          <a:xfrm>
            <a:off x="7498080" y="2514600"/>
            <a:ext cx="0" cy="731520"/>
          </a:xfrm>
          <a:prstGeom prst="line">
            <a:avLst/>
          </a:prstGeom>
          <a:noFill/>
          <a:ln w="25400">
            <a:solidFill>
              <a:schemeClr val="tx2"/>
            </a:solidFill>
            <a:prstDash val="solid"/>
            <a:tailEnd type="triangle"/>
          </a:ln>
        </p:spPr>
      </p:sp>
      <p:sp>
        <p:nvSpPr>
          <p:cNvPr id="18" name="a05d_l4"/>
          <p:cNvSpPr txBox="1"/>
          <p:nvPr/>
        </p:nvSpPr>
        <p:spPr>
          <a:xfrm>
            <a:off x="7589520" y="2743200"/>
            <a:ext cx="1280160" cy="274320"/>
          </a:xfrm>
          <a:prstGeom prst="rect">
            <a:avLst/>
          </a:prstGeom>
          <a:noFill/>
          <a:ln/>
        </p:spPr>
        <p:txBody>
          <a:bodyPr wrap="square" lIns="0" tIns="0" rIns="0" bIns="0" rtlCol="0" anchor="ctr"/>
          <a:lstStyle/>
          <a:p>
            <a:pPr algn="l" indent="0" marL="0">
              <a:buNone/>
            </a:pPr>
            <a:r>
              <a:rPr lang="en-US" sz="1300" dirty="0">
                <a:solidFill>
                  <a:schemeClr val="tx2"/>
                </a:solidFill>
              </a:rPr>
              <a:t>needs review</a:t>
            </a:r>
            <a:endParaRPr lang="en-US" sz="1300" dirty="0"/>
          </a:p>
        </p:txBody>
      </p:sp>
      <p:sp>
        <p:nvSpPr>
          <p:cNvPr id="19" name="a05d_cons_b"/>
          <p:cNvSpPr/>
          <p:nvPr/>
        </p:nvSpPr>
        <p:spPr>
          <a:xfrm>
            <a:off x="6400800" y="3291840"/>
            <a:ext cx="2194560" cy="914400"/>
          </a:xfrm>
          <a:prstGeom prst="roundRect">
            <a:avLst>
              <a:gd name="adj" fmla="val 12000"/>
            </a:avLst>
          </a:prstGeom>
          <a:solidFill>
            <a:schemeClr val="accent3">
              <a:alpha val="45000"/>
            </a:schemeClr>
          </a:solidFill>
          <a:ln w="19050">
            <a:solidFill>
              <a:schemeClr val="accent3"/>
            </a:solidFill>
            <a:prstDash val="solid"/>
          </a:ln>
        </p:spPr>
      </p:sp>
      <p:sp>
        <p:nvSpPr>
          <p:cNvPr id="20" name="a05d_cons_t"/>
          <p:cNvSpPr txBox="1"/>
          <p:nvPr/>
        </p:nvSpPr>
        <p:spPr>
          <a:xfrm>
            <a:off x="6400800" y="3291840"/>
            <a:ext cx="2194560" cy="914400"/>
          </a:xfrm>
          <a:prstGeom prst="rect">
            <a:avLst/>
          </a:prstGeom>
          <a:noFill/>
          <a:ln/>
        </p:spPr>
        <p:txBody>
          <a:bodyPr wrap="square" lIns="762" tIns="762" rIns="762" bIns="762" rtlCol="0" anchor="ctr"/>
          <a:lstStyle/>
          <a:p>
            <a:pPr algn="ctr" indent="0" marL="0">
              <a:buNone/>
            </a:pPr>
            <a:r>
              <a:rPr lang="en-US" sz="1800" b="1" dirty="0">
                <a:solidFill>
                  <a:schemeClr val="tx1"/>
                </a:solidFill>
              </a:rPr>
              <a:t>Consider</a:t>
            </a:r>
            <a:endParaRPr lang="en-US" sz="1800" dirty="0"/>
          </a:p>
          <a:p>
            <a:pPr algn="ctr" indent="0" marL="0">
              <a:buNone/>
            </a:pPr>
            <a:r>
              <a:rPr lang="en-US" sz="1200" dirty="0">
                <a:solidFill>
                  <a:schemeClr val="tx1"/>
                </a:solidFill>
              </a:rPr>
              <a:t>Manual review</a:t>
            </a:r>
            <a:endParaRPr lang="en-US" sz="1800" dirty="0"/>
          </a:p>
        </p:txBody>
      </p:sp>
      <p:sp>
        <p:nvSpPr>
          <p:cNvPr id="21" name="a06w_e5"/>
          <p:cNvSpPr/>
          <p:nvPr/>
        </p:nvSpPr>
        <p:spPr>
          <a:xfrm flipH="1">
            <a:off x="5715000" y="2514600"/>
            <a:ext cx="868680" cy="731520"/>
          </a:xfrm>
          <a:prstGeom prst="line">
            <a:avLst/>
          </a:prstGeom>
          <a:noFill/>
          <a:ln w="25400">
            <a:solidFill>
              <a:schemeClr val="tx2"/>
            </a:solidFill>
            <a:prstDash val="solid"/>
            <a:tailEnd type="triangle"/>
          </a:ln>
        </p:spPr>
      </p:sp>
      <p:sp>
        <p:nvSpPr>
          <p:cNvPr id="22" name="a06w_l5"/>
          <p:cNvSpPr txBox="1"/>
          <p:nvPr/>
        </p:nvSpPr>
        <p:spPr>
          <a:xfrm>
            <a:off x="4526280" y="2606040"/>
            <a:ext cx="1188720" cy="274320"/>
          </a:xfrm>
          <a:prstGeom prst="rect">
            <a:avLst/>
          </a:prstGeom>
          <a:noFill/>
          <a:ln/>
        </p:spPr>
        <p:txBody>
          <a:bodyPr wrap="square" lIns="0" tIns="0" rIns="0" bIns="0" rtlCol="0" anchor="ctr"/>
          <a:lstStyle/>
          <a:p>
            <a:pPr algn="r" indent="0" marL="0">
              <a:buNone/>
            </a:pPr>
            <a:r>
              <a:rPr lang="en-US" sz="1300" dirty="0">
                <a:solidFill>
                  <a:schemeClr val="tx2"/>
                </a:solidFill>
              </a:rPr>
              <a:t>needs info</a:t>
            </a:r>
            <a:endParaRPr lang="en-US" sz="1300" dirty="0"/>
          </a:p>
        </p:txBody>
      </p:sp>
      <p:sp>
        <p:nvSpPr>
          <p:cNvPr id="23" name="a06w_susp_b"/>
          <p:cNvSpPr/>
          <p:nvPr/>
        </p:nvSpPr>
        <p:spPr>
          <a:xfrm>
            <a:off x="3474720" y="3291840"/>
            <a:ext cx="2194560" cy="914400"/>
          </a:xfrm>
          <a:prstGeom prst="roundRect">
            <a:avLst>
              <a:gd name="adj" fmla="val 12000"/>
            </a:avLst>
          </a:prstGeom>
          <a:solidFill>
            <a:schemeClr val="accent4">
              <a:alpha val="32000"/>
            </a:schemeClr>
          </a:solidFill>
          <a:ln w="19050">
            <a:solidFill>
              <a:schemeClr val="accent4"/>
            </a:solidFill>
            <a:prstDash val="solid"/>
          </a:ln>
        </p:spPr>
      </p:sp>
      <p:sp>
        <p:nvSpPr>
          <p:cNvPr id="24" name="a06w_susp_t"/>
          <p:cNvSpPr txBox="1"/>
          <p:nvPr/>
        </p:nvSpPr>
        <p:spPr>
          <a:xfrm>
            <a:off x="3474720" y="3291840"/>
            <a:ext cx="2194560" cy="914400"/>
          </a:xfrm>
          <a:prstGeom prst="rect">
            <a:avLst/>
          </a:prstGeom>
          <a:noFill/>
          <a:ln/>
        </p:spPr>
        <p:txBody>
          <a:bodyPr wrap="square" lIns="762" tIns="762" rIns="762" bIns="762" rtlCol="0" anchor="ctr"/>
          <a:lstStyle/>
          <a:p>
            <a:pPr algn="ctr" indent="0" marL="0">
              <a:buNone/>
            </a:pPr>
            <a:r>
              <a:rPr lang="en-US" sz="1800" b="1" dirty="0">
                <a:solidFill>
                  <a:schemeClr val="tx1"/>
                </a:solidFill>
              </a:rPr>
              <a:t>Suspended</a:t>
            </a:r>
            <a:endParaRPr lang="en-US" sz="1800" dirty="0"/>
          </a:p>
          <a:p>
            <a:pPr algn="ctr" indent="0" marL="0">
              <a:buNone/>
            </a:pPr>
            <a:r>
              <a:rPr lang="en-US" sz="1200" dirty="0">
                <a:solidFill>
                  <a:schemeClr val="tx1"/>
                </a:solidFill>
              </a:rPr>
              <a:t>Back to Pending once info is supplied</a:t>
            </a:r>
            <a:endParaRPr lang="en-US" sz="1800" dirty="0"/>
          </a:p>
        </p:txBody>
      </p:sp>
      <p:sp>
        <p:nvSpPr>
          <p:cNvPr id="25" name="a07w_e6"/>
          <p:cNvSpPr/>
          <p:nvPr/>
        </p:nvSpPr>
        <p:spPr>
          <a:xfrm flipV="1">
            <a:off x="8641080" y="2514600"/>
            <a:ext cx="1783080" cy="1188720"/>
          </a:xfrm>
          <a:prstGeom prst="line">
            <a:avLst/>
          </a:prstGeom>
          <a:noFill/>
          <a:ln w="25400">
            <a:solidFill>
              <a:schemeClr val="accent5"/>
            </a:solidFill>
            <a:prstDash val="dash"/>
            <a:tailEnd type="triangle"/>
          </a:ln>
        </p:spPr>
      </p:sp>
      <p:sp>
        <p:nvSpPr>
          <p:cNvPr id="26" name="a07w_l6"/>
          <p:cNvSpPr txBox="1"/>
          <p:nvPr/>
        </p:nvSpPr>
        <p:spPr>
          <a:xfrm>
            <a:off x="10104120" y="2880360"/>
            <a:ext cx="1645920" cy="274320"/>
          </a:xfrm>
          <a:prstGeom prst="rect">
            <a:avLst/>
          </a:prstGeom>
          <a:noFill/>
          <a:ln/>
        </p:spPr>
        <p:txBody>
          <a:bodyPr wrap="square" lIns="0" tIns="0" rIns="0" bIns="0" rtlCol="0" anchor="ctr"/>
          <a:lstStyle/>
          <a:p>
            <a:pPr algn="l" indent="0" marL="0">
              <a:buNone/>
            </a:pPr>
            <a:r>
              <a:rPr lang="en-US" sz="1300" b="1" dirty="0">
                <a:solidFill>
                  <a:schemeClr val="accent5"/>
                </a:solidFill>
              </a:rPr>
              <a:t>approved on review</a:t>
            </a:r>
            <a:endParaRPr lang="en-US" sz="1300" dirty="0"/>
          </a:p>
        </p:txBody>
      </p:sp>
      <p:sp>
        <p:nvSpPr>
          <p:cNvPr id="27" name="a08d_e7"/>
          <p:cNvSpPr/>
          <p:nvPr/>
        </p:nvSpPr>
        <p:spPr>
          <a:xfrm>
            <a:off x="7498080" y="4251960"/>
            <a:ext cx="0" cy="731520"/>
          </a:xfrm>
          <a:prstGeom prst="line">
            <a:avLst/>
          </a:prstGeom>
          <a:noFill/>
          <a:ln w="25400">
            <a:solidFill>
              <a:schemeClr val="accent6"/>
            </a:solidFill>
            <a:prstDash val="solid"/>
            <a:tailEnd type="triangle"/>
          </a:ln>
        </p:spPr>
      </p:sp>
      <p:sp>
        <p:nvSpPr>
          <p:cNvPr id="28" name="a08d_l7"/>
          <p:cNvSpPr txBox="1"/>
          <p:nvPr/>
        </p:nvSpPr>
        <p:spPr>
          <a:xfrm>
            <a:off x="7589520" y="4480560"/>
            <a:ext cx="1097280" cy="274320"/>
          </a:xfrm>
          <a:prstGeom prst="rect">
            <a:avLst/>
          </a:prstGeom>
          <a:noFill/>
          <a:ln/>
        </p:spPr>
        <p:txBody>
          <a:bodyPr wrap="square" lIns="0" tIns="0" rIns="0" bIns="0" rtlCol="0" anchor="ctr"/>
          <a:lstStyle/>
          <a:p>
            <a:pPr algn="l" indent="0" marL="0">
              <a:buNone/>
            </a:pPr>
            <a:r>
              <a:rPr lang="en-US" sz="1300" b="1" dirty="0">
                <a:solidFill>
                  <a:schemeClr val="accent6"/>
                </a:solidFill>
              </a:rPr>
              <a:t>rejected</a:t>
            </a:r>
            <a:endParaRPr lang="en-US" sz="1300" dirty="0"/>
          </a:p>
        </p:txBody>
      </p:sp>
      <p:sp>
        <p:nvSpPr>
          <p:cNvPr id="29" name="a08d_decl_b"/>
          <p:cNvSpPr/>
          <p:nvPr/>
        </p:nvSpPr>
        <p:spPr>
          <a:xfrm>
            <a:off x="6400800" y="5029200"/>
            <a:ext cx="2194560" cy="914400"/>
          </a:xfrm>
          <a:prstGeom prst="roundRect">
            <a:avLst>
              <a:gd name="adj" fmla="val 12000"/>
            </a:avLst>
          </a:prstGeom>
          <a:solidFill>
            <a:schemeClr val="accent6"/>
          </a:solidFill>
          <a:ln/>
        </p:spPr>
      </p:sp>
      <p:sp>
        <p:nvSpPr>
          <p:cNvPr id="30" name="a08d_decl_t"/>
          <p:cNvSpPr txBox="1"/>
          <p:nvPr/>
        </p:nvSpPr>
        <p:spPr>
          <a:xfrm>
            <a:off x="6400800" y="5029200"/>
            <a:ext cx="2194560" cy="914400"/>
          </a:xfrm>
          <a:prstGeom prst="rect">
            <a:avLst/>
          </a:prstGeom>
          <a:noFill/>
          <a:ln/>
        </p:spPr>
        <p:txBody>
          <a:bodyPr wrap="square" lIns="762" tIns="762" rIns="762" bIns="762" rtlCol="0" anchor="ctr"/>
          <a:lstStyle/>
          <a:p>
            <a:pPr algn="ctr" indent="0" marL="0">
              <a:buNone/>
            </a:pPr>
            <a:r>
              <a:rPr lang="en-US" sz="1800" b="1" dirty="0">
                <a:solidFill>
                  <a:schemeClr val="bg1"/>
                </a:solidFill>
              </a:rPr>
              <a:t>Declined</a:t>
            </a:r>
            <a:endParaRPr lang="en-US" sz="1800" dirty="0"/>
          </a:p>
          <a:p>
            <a:pPr algn="ctr" indent="0" marL="0">
              <a:buNone/>
            </a:pPr>
            <a:r>
              <a:rPr lang="en-US" sz="1200" dirty="0">
                <a:solidFill>
                  <a:schemeClr val="bg1"/>
                </a:solidFill>
              </a:rPr>
              <a:t>Adverse action sent</a:t>
            </a:r>
            <a:endParaRPr lang="en-US" sz="1800" dirty="0"/>
          </a:p>
        </p:txBody>
      </p:sp>
      <p:sp>
        <p:nvSpPr>
          <p:cNvPr id="31" name="a09f_leg"/>
          <p:cNvSpPr/>
          <p:nvPr/>
        </p:nvSpPr>
        <p:spPr>
          <a:xfrm>
            <a:off x="9326880" y="4206240"/>
            <a:ext cx="2377440" cy="1737360"/>
          </a:xfrm>
          <a:prstGeom prst="roundRect">
            <a:avLst>
              <a:gd name="adj" fmla="val 6316"/>
            </a:avLst>
          </a:prstGeom>
          <a:solidFill>
            <a:schemeClr val="bg2"/>
          </a:solidFill>
          <a:ln/>
        </p:spPr>
      </p:sp>
      <p:sp>
        <p:nvSpPr>
          <p:cNvPr id="32" name="a09f_legt"/>
          <p:cNvSpPr txBox="1"/>
          <p:nvPr/>
        </p:nvSpPr>
        <p:spPr>
          <a:xfrm>
            <a:off x="9509760" y="4343400"/>
            <a:ext cx="2057400" cy="15087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Clear is the only way into step 3.</a:t>
            </a:r>
            <a:endParaRPr lang="en-US" sz="1400" dirty="0"/>
          </a:p>
          <a:p>
            <a:pPr indent="0" marL="0">
              <a:spcAft>
                <a:spcPts val="600"/>
              </a:spcAft>
              <a:buNone/>
            </a:pPr>
            <a:r>
              <a:rPr lang="en-US" sz="1400" dirty="0">
                <a:solidFill>
                  <a:schemeClr val="tx2"/>
                </a:solidFill>
              </a:rPr>
              <a:t>Consider can still turn Clear after review; Declined keeps the Seeker account.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114" fill="hold">
                      <p:stCondLst>
                        <p:cond delay="indefinite"/>
                        <p:cond evt="onBegin" delay="0">
                          <p:tgtEl>
                            <p:sldTgt/>
                          </p:tgtEl>
                        </p:cond>
                      </p:stCondLst>
                      <p:childTnLst>
                        <p:par>
                          <p:cTn id="105"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p:cTn id="5" dur="520" decel="100000" fill="hold"/>
                                        <p:tgtEl>
                                          <p:spTgt spid="3"/>
                                        </p:tgtEl>
                                        <p:attrNameLst>
                                          <p:attrName>ppt_w</p:attrName>
                                        </p:attrNameLst>
                                      </p:cBhvr>
                                      <p:tavLst>
                                        <p:tav tm="0">
                                          <p:val>
                                            <p:fltVal val="0"/>
                                          </p:val>
                                        </p:tav>
                                        <p:tav tm="100000">
                                          <p:val>
                                            <p:strVal val="#ppt_w"/>
                                          </p:val>
                                        </p:tav>
                                      </p:tavLst>
                                    </p:anim>
                                    <p:anim calcmode="lin" valueType="num">
                                      <p:cBhvr>
                                        <p:cTn id="6" dur="520" decel="100000" fill="hold"/>
                                        <p:tgtEl>
                                          <p:spTgt spid="3"/>
                                        </p:tgtEl>
                                        <p:attrNameLst>
                                          <p:attrName>ppt_h</p:attrName>
                                        </p:attrNameLst>
                                      </p:cBhvr>
                                      <p:tavLst>
                                        <p:tav tm="0">
                                          <p:val>
                                            <p:fltVal val="0"/>
                                          </p:val>
                                        </p:tav>
                                        <p:tav tm="100000">
                                          <p:val>
                                            <p:strVal val="#ppt_h"/>
                                          </p:val>
                                        </p:tav>
                                      </p:tavLst>
                                    </p:anim>
                                    <p:animEffect transition="in" filter="fade">
                                      <p:cBhvr>
                                        <p:cTn id="7" dur="520"/>
                                        <p:tgtEl>
                                          <p:spTgt spid="3"/>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20" decel="100000" fill="hold"/>
                                        <p:tgtEl>
                                          <p:spTgt spid="4"/>
                                        </p:tgtEl>
                                        <p:attrNameLst>
                                          <p:attrName>ppt_w</p:attrName>
                                        </p:attrNameLst>
                                      </p:cBhvr>
                                      <p:tavLst>
                                        <p:tav tm="0">
                                          <p:val>
                                            <p:fltVal val="0"/>
                                          </p:val>
                                        </p:tav>
                                        <p:tav tm="100000">
                                          <p:val>
                                            <p:strVal val="#ppt_w"/>
                                          </p:val>
                                        </p:tav>
                                      </p:tavLst>
                                    </p:anim>
                                    <p:anim calcmode="lin" valueType="num">
                                      <p:cBhvr>
                                        <p:cTn id="11" dur="520" decel="100000" fill="hold"/>
                                        <p:tgtEl>
                                          <p:spTgt spid="4"/>
                                        </p:tgtEl>
                                        <p:attrNameLst>
                                          <p:attrName>ppt_h</p:attrName>
                                        </p:attrNameLst>
                                      </p:cBhvr>
                                      <p:tavLst>
                                        <p:tav tm="0">
                                          <p:val>
                                            <p:fltVal val="0"/>
                                          </p:val>
                                        </p:tav>
                                        <p:tav tm="100000">
                                          <p:val>
                                            <p:strVal val="#ppt_h"/>
                                          </p:val>
                                        </p:tav>
                                      </p:tavLst>
                                    </p:anim>
                                    <p:animEffect transition="in" filter="fade">
                                      <p:cBhvr>
                                        <p:cTn id="12" dur="520"/>
                                        <p:tgtEl>
                                          <p:spTgt spid="4"/>
                                        </p:tgtEl>
                                      </p:cBhvr>
                                    </p:animEffect>
                                  </p:childTnLst>
                                </p:cTn>
                              </p:par>
                            </p:childTnLst>
                          </p:cTn>
                        </p:par>
                        <p:par>
                          <p:cTn id="106" fill="hold">
                            <p:stCondLst>
                              <p:cond delay="38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20"/>
                                        <p:tgtEl>
                                          <p:spTgt spid="5"/>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20"/>
                                        <p:tgtEl>
                                          <p:spTgt spid="6"/>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20"/>
                                        <p:tgtEl>
                                          <p:spTgt spid="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20"/>
                                        <p:tgtEl>
                                          <p:spTgt spid="8"/>
                                        </p:tgtEl>
                                      </p:cBhvr>
                                    </p:animEffect>
                                  </p:childTnLst>
                                </p:cTn>
                              </p:par>
                            </p:childTnLst>
                          </p:cTn>
                        </p:par>
                        <p:par>
                          <p:cTn id="107" fill="hold">
                            <p:stCondLst>
                              <p:cond delay="760"/>
                            </p:stCondLst>
                            <p:childTnLst>
                              <p:par>
                                <p:cTn id="25" presetID="22" presetClass="entr" presetSubtype="8"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2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20"/>
                                        <p:tgtEl>
                                          <p:spTgt spid="10"/>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20"/>
                                        <p:tgtEl>
                                          <p:spTgt spid="1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20"/>
                                        <p:tgtEl>
                                          <p:spTgt spid="12"/>
                                        </p:tgtEl>
                                      </p:cBhvr>
                                    </p:animEffect>
                                  </p:childTnLst>
                                </p:cTn>
                              </p:par>
                            </p:childTnLst>
                          </p:cTn>
                        </p:par>
                        <p:par>
                          <p:cTn id="108" fill="hold">
                            <p:stCondLst>
                              <p:cond delay="1140"/>
                            </p:stCondLst>
                            <p:childTnLst>
                              <p:par>
                                <p:cTn id="37" presetID="53" presetClass="entr" presetSubtype="16"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p:cTn id="39" dur="520" decel="100000" fill="hold"/>
                                        <p:tgtEl>
                                          <p:spTgt spid="13"/>
                                        </p:tgtEl>
                                        <p:attrNameLst>
                                          <p:attrName>ppt_w</p:attrName>
                                        </p:attrNameLst>
                                      </p:cBhvr>
                                      <p:tavLst>
                                        <p:tav tm="0">
                                          <p:val>
                                            <p:fltVal val="0"/>
                                          </p:val>
                                        </p:tav>
                                        <p:tav tm="100000">
                                          <p:val>
                                            <p:strVal val="#ppt_w"/>
                                          </p:val>
                                        </p:tav>
                                      </p:tavLst>
                                    </p:anim>
                                    <p:anim calcmode="lin" valueType="num">
                                      <p:cBhvr>
                                        <p:cTn id="40" dur="520" decel="100000" fill="hold"/>
                                        <p:tgtEl>
                                          <p:spTgt spid="13"/>
                                        </p:tgtEl>
                                        <p:attrNameLst>
                                          <p:attrName>ppt_h</p:attrName>
                                        </p:attrNameLst>
                                      </p:cBhvr>
                                      <p:tavLst>
                                        <p:tav tm="0">
                                          <p:val>
                                            <p:fltVal val="0"/>
                                          </p:val>
                                        </p:tav>
                                        <p:tav tm="100000">
                                          <p:val>
                                            <p:strVal val="#ppt_h"/>
                                          </p:val>
                                        </p:tav>
                                      </p:tavLst>
                                    </p:anim>
                                    <p:animEffect transition="in" filter="fade">
                                      <p:cBhvr>
                                        <p:cTn id="41" dur="520"/>
                                        <p:tgtEl>
                                          <p:spTgt spid="13"/>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520" decel="100000" fill="hold"/>
                                        <p:tgtEl>
                                          <p:spTgt spid="14"/>
                                        </p:tgtEl>
                                        <p:attrNameLst>
                                          <p:attrName>ppt_w</p:attrName>
                                        </p:attrNameLst>
                                      </p:cBhvr>
                                      <p:tavLst>
                                        <p:tav tm="0">
                                          <p:val>
                                            <p:fltVal val="0"/>
                                          </p:val>
                                        </p:tav>
                                        <p:tav tm="100000">
                                          <p:val>
                                            <p:strVal val="#ppt_w"/>
                                          </p:val>
                                        </p:tav>
                                      </p:tavLst>
                                    </p:anim>
                                    <p:anim calcmode="lin" valueType="num">
                                      <p:cBhvr>
                                        <p:cTn id="45" dur="520" decel="100000" fill="hold"/>
                                        <p:tgtEl>
                                          <p:spTgt spid="14"/>
                                        </p:tgtEl>
                                        <p:attrNameLst>
                                          <p:attrName>ppt_h</p:attrName>
                                        </p:attrNameLst>
                                      </p:cBhvr>
                                      <p:tavLst>
                                        <p:tav tm="0">
                                          <p:val>
                                            <p:fltVal val="0"/>
                                          </p:val>
                                        </p:tav>
                                        <p:tav tm="100000">
                                          <p:val>
                                            <p:strVal val="#ppt_h"/>
                                          </p:val>
                                        </p:tav>
                                      </p:tavLst>
                                    </p:anim>
                                    <p:animEffect transition="in" filter="fade">
                                      <p:cBhvr>
                                        <p:cTn id="46" dur="520"/>
                                        <p:tgtEl>
                                          <p:spTgt spid="14"/>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p:cTn id="49" dur="520" decel="100000" fill="hold"/>
                                        <p:tgtEl>
                                          <p:spTgt spid="15"/>
                                        </p:tgtEl>
                                        <p:attrNameLst>
                                          <p:attrName>ppt_w</p:attrName>
                                        </p:attrNameLst>
                                      </p:cBhvr>
                                      <p:tavLst>
                                        <p:tav tm="0">
                                          <p:val>
                                            <p:fltVal val="0"/>
                                          </p:val>
                                        </p:tav>
                                        <p:tav tm="100000">
                                          <p:val>
                                            <p:strVal val="#ppt_w"/>
                                          </p:val>
                                        </p:tav>
                                      </p:tavLst>
                                    </p:anim>
                                    <p:anim calcmode="lin" valueType="num">
                                      <p:cBhvr>
                                        <p:cTn id="50" dur="520" decel="100000" fill="hold"/>
                                        <p:tgtEl>
                                          <p:spTgt spid="15"/>
                                        </p:tgtEl>
                                        <p:attrNameLst>
                                          <p:attrName>ppt_h</p:attrName>
                                        </p:attrNameLst>
                                      </p:cBhvr>
                                      <p:tavLst>
                                        <p:tav tm="0">
                                          <p:val>
                                            <p:fltVal val="0"/>
                                          </p:val>
                                        </p:tav>
                                        <p:tav tm="100000">
                                          <p:val>
                                            <p:strVal val="#ppt_h"/>
                                          </p:val>
                                        </p:tav>
                                      </p:tavLst>
                                    </p:anim>
                                    <p:animEffect transition="in" filter="fade">
                                      <p:cBhvr>
                                        <p:cTn id="51" dur="520"/>
                                        <p:tgtEl>
                                          <p:spTgt spid="15"/>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p:cTn id="54" dur="520" decel="100000" fill="hold"/>
                                        <p:tgtEl>
                                          <p:spTgt spid="16"/>
                                        </p:tgtEl>
                                        <p:attrNameLst>
                                          <p:attrName>ppt_w</p:attrName>
                                        </p:attrNameLst>
                                      </p:cBhvr>
                                      <p:tavLst>
                                        <p:tav tm="0">
                                          <p:val>
                                            <p:fltVal val="0"/>
                                          </p:val>
                                        </p:tav>
                                        <p:tav tm="100000">
                                          <p:val>
                                            <p:strVal val="#ppt_w"/>
                                          </p:val>
                                        </p:tav>
                                      </p:tavLst>
                                    </p:anim>
                                    <p:anim calcmode="lin" valueType="num">
                                      <p:cBhvr>
                                        <p:cTn id="55" dur="520" decel="100000" fill="hold"/>
                                        <p:tgtEl>
                                          <p:spTgt spid="16"/>
                                        </p:tgtEl>
                                        <p:attrNameLst>
                                          <p:attrName>ppt_h</p:attrName>
                                        </p:attrNameLst>
                                      </p:cBhvr>
                                      <p:tavLst>
                                        <p:tav tm="0">
                                          <p:val>
                                            <p:fltVal val="0"/>
                                          </p:val>
                                        </p:tav>
                                        <p:tav tm="100000">
                                          <p:val>
                                            <p:strVal val="#ppt_h"/>
                                          </p:val>
                                        </p:tav>
                                      </p:tavLst>
                                    </p:anim>
                                    <p:animEffect transition="in" filter="fade">
                                      <p:cBhvr>
                                        <p:cTn id="56" dur="520"/>
                                        <p:tgtEl>
                                          <p:spTgt spid="16"/>
                                        </p:tgtEl>
                                      </p:cBhvr>
                                    </p:animEffect>
                                  </p:childTnLst>
                                </p:cTn>
                              </p:par>
                            </p:childTnLst>
                          </p:cTn>
                        </p:par>
                        <p:par>
                          <p:cTn id="109" fill="hold">
                            <p:stCondLst>
                              <p:cond delay="1520"/>
                            </p:stCondLst>
                            <p:childTnLst>
                              <p:par>
                                <p:cTn id="57" presetID="22" presetClass="entr" presetSubtype="1"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up)">
                                      <p:cBhvr>
                                        <p:cTn id="59" dur="520"/>
                                        <p:tgtEl>
                                          <p:spTgt spid="17"/>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up)">
                                      <p:cBhvr>
                                        <p:cTn id="62" dur="520"/>
                                        <p:tgtEl>
                                          <p:spTgt spid="18"/>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up)">
                                      <p:cBhvr>
                                        <p:cTn id="65" dur="520"/>
                                        <p:tgtEl>
                                          <p:spTgt spid="19"/>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up)">
                                      <p:cBhvr>
                                        <p:cTn id="68" dur="520"/>
                                        <p:tgtEl>
                                          <p:spTgt spid="20"/>
                                        </p:tgtEl>
                                      </p:cBhvr>
                                    </p:animEffect>
                                  </p:childTnLst>
                                </p:cTn>
                              </p:par>
                            </p:childTnLst>
                          </p:cTn>
                        </p:par>
                        <p:par>
                          <p:cTn id="110" fill="hold">
                            <p:stCondLst>
                              <p:cond delay="1900"/>
                            </p:stCondLst>
                            <p:childTnLst>
                              <p:par>
                                <p:cTn id="69" presetID="22" presetClass="entr" presetSubtype="8" fill="hold" grpId="0" nodeType="after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wipe(left)">
                                      <p:cBhvr>
                                        <p:cTn id="71" dur="520"/>
                                        <p:tgtEl>
                                          <p:spTgt spid="21"/>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wipe(left)">
                                      <p:cBhvr>
                                        <p:cTn id="74" dur="520"/>
                                        <p:tgtEl>
                                          <p:spTgt spid="22"/>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wipe(left)">
                                      <p:cBhvr>
                                        <p:cTn id="77" dur="520"/>
                                        <p:tgtEl>
                                          <p:spTgt spid="23"/>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wipe(left)">
                                      <p:cBhvr>
                                        <p:cTn id="80" dur="520"/>
                                        <p:tgtEl>
                                          <p:spTgt spid="24"/>
                                        </p:tgtEl>
                                      </p:cBhvr>
                                    </p:animEffect>
                                  </p:childTnLst>
                                </p:cTn>
                              </p:par>
                            </p:childTnLst>
                          </p:cTn>
                        </p:par>
                        <p:par>
                          <p:cTn id="111" fill="hold">
                            <p:stCondLst>
                              <p:cond delay="2280"/>
                            </p:stCondLst>
                            <p:childTnLst>
                              <p:par>
                                <p:cTn id="81" presetID="22" presetClass="entr" presetSubtype="8"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wipe(left)">
                                      <p:cBhvr>
                                        <p:cTn id="83" dur="520"/>
                                        <p:tgtEl>
                                          <p:spTgt spid="25"/>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520"/>
                                        <p:tgtEl>
                                          <p:spTgt spid="26"/>
                                        </p:tgtEl>
                                      </p:cBhvr>
                                    </p:animEffect>
                                  </p:childTnLst>
                                </p:cTn>
                              </p:par>
                            </p:childTnLst>
                          </p:cTn>
                        </p:par>
                        <p:par>
                          <p:cTn id="112" fill="hold">
                            <p:stCondLst>
                              <p:cond delay="2660"/>
                            </p:stCondLst>
                            <p:childTnLst>
                              <p:par>
                                <p:cTn id="87" presetID="22" presetClass="entr" presetSubtype="1" fill="hold" grpId="0" nodeType="after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wipe(up)">
                                      <p:cBhvr>
                                        <p:cTn id="89" dur="520"/>
                                        <p:tgtEl>
                                          <p:spTgt spid="27"/>
                                        </p:tgtEl>
                                      </p:cBhvr>
                                    </p:animEffect>
                                  </p:childTnLst>
                                </p:cTn>
                              </p:par>
                              <p:par>
                                <p:cTn id="90" presetID="22" presetClass="entr" presetSubtype="1" fill="hold" grpId="0" nodeType="with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wipe(up)">
                                      <p:cBhvr>
                                        <p:cTn id="92" dur="520"/>
                                        <p:tgtEl>
                                          <p:spTgt spid="28"/>
                                        </p:tgtEl>
                                      </p:cBhvr>
                                    </p:animEffect>
                                  </p:childTnLst>
                                </p:cTn>
                              </p:par>
                              <p:par>
                                <p:cTn id="93" presetID="22" presetClass="entr" presetSubtype="1"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up)">
                                      <p:cBhvr>
                                        <p:cTn id="95" dur="520"/>
                                        <p:tgtEl>
                                          <p:spTgt spid="29"/>
                                        </p:tgtEl>
                                      </p:cBhvr>
                                    </p:animEffect>
                                  </p:childTnLst>
                                </p:cTn>
                              </p:par>
                              <p:par>
                                <p:cTn id="96" presetID="22" presetClass="entr" presetSubtype="1"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wipe(up)">
                                      <p:cBhvr>
                                        <p:cTn id="98" dur="520"/>
                                        <p:tgtEl>
                                          <p:spTgt spid="30"/>
                                        </p:tgtEl>
                                      </p:cBhvr>
                                    </p:animEffect>
                                  </p:childTnLst>
                                </p:cTn>
                              </p:par>
                            </p:childTnLst>
                          </p:cTn>
                        </p:par>
                        <p:par>
                          <p:cTn id="113" fill="hold">
                            <p:stCondLst>
                              <p:cond delay="3040"/>
                            </p:stCondLst>
                            <p:childTnLst>
                              <p:par>
                                <p:cTn id="99" presetID="10" presetClass="entr" presetSubtype="0" fill="hold" grpId="0" nodeType="after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fade">
                                      <p:cBhvr>
                                        <p:cTn id="101" dur="520"/>
                                        <p:tgtEl>
                                          <p:spTgt spid="3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52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77240"/>
          </a:xfrm>
          <a:prstGeom prst="rect">
            <a:avLst/>
          </a:prstGeom>
          <a:noFill/>
          <a:ln/>
        </p:spPr>
        <p:txBody>
          <a:bodyPr wrap="square" lIns="0" tIns="0" rIns="0" bIns="0" rtlCol="0" anchor="ctr"/>
          <a:lstStyle/>
          <a:p>
            <a:pPr algn="l" indent="0" marL="0">
              <a:buNone/>
            </a:pPr>
            <a:r>
              <a:rPr lang="en-US" sz="3600" b="1" dirty="0">
                <a:solidFill>
                  <a:schemeClr val="tx1"/>
                </a:solidFill>
              </a:rPr>
              <a:t>The card says exactly where they stand</a:t>
            </a:r>
            <a:endParaRPr lang="en-US" sz="3600" dirty="0"/>
          </a:p>
        </p:txBody>
      </p:sp>
      <p:sp>
        <p:nvSpPr>
          <p:cNvPr id="3" name="a01u_k0"/>
          <p:cNvSpPr/>
          <p:nvPr/>
        </p:nvSpPr>
        <p:spPr>
          <a:xfrm>
            <a:off x="457200" y="1417320"/>
            <a:ext cx="3566160" cy="3154680"/>
          </a:xfrm>
          <a:prstGeom prst="roundRect">
            <a:avLst>
              <a:gd name="adj" fmla="val 3478"/>
            </a:avLst>
          </a:prstGeom>
          <a:solidFill>
            <a:schemeClr val="bg1"/>
          </a:solidFill>
          <a:ln w="38100">
            <a:solidFill>
              <a:schemeClr val="accent2"/>
            </a:solidFill>
            <a:prstDash val="solid"/>
          </a:ln>
        </p:spPr>
      </p:sp>
      <p:sp>
        <p:nvSpPr>
          <p:cNvPr id="4" name="a01u_kb0"/>
          <p:cNvSpPr/>
          <p:nvPr/>
        </p:nvSpPr>
        <p:spPr>
          <a:xfrm>
            <a:off x="3200400" y="1691640"/>
            <a:ext cx="594360" cy="594360"/>
          </a:xfrm>
          <a:prstGeom prst="ellipse">
            <a:avLst/>
          </a:prstGeom>
          <a:solidFill>
            <a:schemeClr val="accent2"/>
          </a:solidFill>
          <a:ln/>
        </p:spPr>
      </p:sp>
      <p:pic>
        <p:nvPicPr>
          <p:cNvPr id="5" name="a01u_kb0_i" descr="preencoded.png">    </p:cNvPr>
          <p:cNvPicPr>
            <a:picLocks noChangeAspect="1"/>
          </p:cNvPicPr>
          <p:nvPr/>
        </p:nvPicPr>
        <p:blipFill>
          <a:blip r:embed="rId1"/>
          <a:stretch>
            <a:fillRect/>
          </a:stretch>
        </p:blipFill>
        <p:spPr>
          <a:xfrm>
            <a:off x="3354934" y="1846174"/>
            <a:ext cx="285293" cy="285293"/>
          </a:xfrm>
          <a:prstGeom prst="rect">
            <a:avLst/>
          </a:prstGeom>
        </p:spPr>
      </p:pic>
      <p:sp>
        <p:nvSpPr>
          <p:cNvPr id="6" name="a01u_kk0"/>
          <p:cNvSpPr txBox="1"/>
          <p:nvPr/>
        </p:nvSpPr>
        <p:spPr>
          <a:xfrm>
            <a:off x="777240" y="1783080"/>
            <a:ext cx="2194560" cy="320040"/>
          </a:xfrm>
          <a:prstGeom prst="rect">
            <a:avLst/>
          </a:prstGeom>
          <a:noFill/>
          <a:ln/>
        </p:spPr>
        <p:txBody>
          <a:bodyPr wrap="square" lIns="0" tIns="0" rIns="0" bIns="0" rtlCol="0" anchor="t"/>
          <a:lstStyle/>
          <a:p>
            <a:pPr algn="l" indent="0" marL="0">
              <a:buNone/>
            </a:pPr>
            <a:r>
              <a:rPr lang="en-US" sz="1400" b="1" dirty="0">
                <a:solidFill>
                  <a:schemeClr val="accent2"/>
                </a:solidFill>
              </a:rPr>
              <a:t>PENDING</a:t>
            </a:r>
            <a:endParaRPr lang="en-US" sz="1400" dirty="0"/>
          </a:p>
        </p:txBody>
      </p:sp>
      <p:sp>
        <p:nvSpPr>
          <p:cNvPr id="7" name="a01u_kh0"/>
          <p:cNvSpPr txBox="1"/>
          <p:nvPr/>
        </p:nvSpPr>
        <p:spPr>
          <a:xfrm>
            <a:off x="777240" y="2377440"/>
            <a:ext cx="2926080" cy="457200"/>
          </a:xfrm>
          <a:prstGeom prst="rect">
            <a:avLst/>
          </a:prstGeom>
          <a:noFill/>
          <a:ln/>
        </p:spPr>
        <p:txBody>
          <a:bodyPr wrap="square" lIns="0" tIns="0" rIns="0" bIns="0" rtlCol="0" anchor="t"/>
          <a:lstStyle/>
          <a:p>
            <a:pPr algn="l" indent="0" marL="0">
              <a:buNone/>
            </a:pPr>
            <a:r>
              <a:rPr lang="en-US" sz="2200" b="1" dirty="0">
                <a:solidFill>
                  <a:schemeClr val="tx1"/>
                </a:solidFill>
              </a:rPr>
              <a:t>Your check is in progress</a:t>
            </a:r>
            <a:endParaRPr lang="en-US" sz="2200" dirty="0"/>
          </a:p>
        </p:txBody>
      </p:sp>
      <p:sp>
        <p:nvSpPr>
          <p:cNvPr id="8" name="a01u_kd0"/>
          <p:cNvSpPr txBox="1"/>
          <p:nvPr/>
        </p:nvSpPr>
        <p:spPr>
          <a:xfrm>
            <a:off x="777240" y="2880360"/>
            <a:ext cx="2926080" cy="822960"/>
          </a:xfrm>
          <a:prstGeom prst="rect">
            <a:avLst/>
          </a:prstGeom>
          <a:noFill/>
          <a:ln/>
        </p:spPr>
        <p:txBody>
          <a:bodyPr wrap="square" lIns="0" tIns="0" rIns="0" bIns="0" rtlCol="0" anchor="t"/>
          <a:lstStyle/>
          <a:p>
            <a:pPr algn="l" indent="0" marL="0">
              <a:buNone/>
            </a:pPr>
            <a:r>
              <a:rPr lang="en-US" sz="1600" dirty="0">
                <a:solidFill>
                  <a:schemeClr val="tx2"/>
                </a:solidFill>
              </a:rPr>
              <a:t>We'll notify you when it's done. You can close the app.</a:t>
            </a:r>
            <a:endParaRPr lang="en-US" sz="1600" dirty="0"/>
          </a:p>
        </p:txBody>
      </p:sp>
      <p:sp>
        <p:nvSpPr>
          <p:cNvPr id="9" name="a01u_dot0"/>
          <p:cNvSpPr/>
          <p:nvPr/>
        </p:nvSpPr>
        <p:spPr>
          <a:xfrm>
            <a:off x="822960" y="3995928"/>
            <a:ext cx="155448" cy="155448"/>
          </a:xfrm>
          <a:prstGeom prst="ellipse">
            <a:avLst/>
          </a:prstGeom>
          <a:solidFill>
            <a:schemeClr val="accent2"/>
          </a:solidFill>
          <a:ln/>
        </p:spPr>
      </p:sp>
      <p:sp>
        <p:nvSpPr>
          <p:cNvPr id="10" name="a01u_dot1"/>
          <p:cNvSpPr/>
          <p:nvPr/>
        </p:nvSpPr>
        <p:spPr>
          <a:xfrm>
            <a:off x="1097280" y="3995928"/>
            <a:ext cx="155448" cy="155448"/>
          </a:xfrm>
          <a:prstGeom prst="ellipse">
            <a:avLst/>
          </a:prstGeom>
          <a:solidFill>
            <a:schemeClr val="accent2">
              <a:alpha val="65000"/>
            </a:schemeClr>
          </a:solidFill>
          <a:ln/>
        </p:spPr>
      </p:sp>
      <p:sp>
        <p:nvSpPr>
          <p:cNvPr id="11" name="a01u_dot2"/>
          <p:cNvSpPr/>
          <p:nvPr/>
        </p:nvSpPr>
        <p:spPr>
          <a:xfrm>
            <a:off x="1371600" y="3995928"/>
            <a:ext cx="155448" cy="155448"/>
          </a:xfrm>
          <a:prstGeom prst="ellipse">
            <a:avLst/>
          </a:prstGeom>
          <a:solidFill>
            <a:schemeClr val="accent2">
              <a:alpha val="30000"/>
            </a:schemeClr>
          </a:solidFill>
          <a:ln/>
        </p:spPr>
      </p:sp>
      <p:sp>
        <p:nvSpPr>
          <p:cNvPr id="12" name="a01u_kna"/>
          <p:cNvSpPr txBox="1"/>
          <p:nvPr/>
        </p:nvSpPr>
        <p:spPr>
          <a:xfrm>
            <a:off x="1737360" y="3886200"/>
            <a:ext cx="2011680" cy="365760"/>
          </a:xfrm>
          <a:prstGeom prst="rect">
            <a:avLst/>
          </a:prstGeom>
          <a:noFill/>
          <a:ln/>
        </p:spPr>
        <p:txBody>
          <a:bodyPr wrap="square" lIns="0" tIns="0" rIns="0" bIns="0" rtlCol="0" anchor="ctr"/>
          <a:lstStyle/>
          <a:p>
            <a:pPr algn="l" indent="0" marL="0">
              <a:buNone/>
            </a:pPr>
            <a:r>
              <a:rPr lang="en-US" sz="1400" dirty="0">
                <a:solidFill>
                  <a:schemeClr val="tx2"/>
                </a:solidFill>
              </a:rPr>
              <a:t>No action needed</a:t>
            </a:r>
            <a:endParaRPr lang="en-US" sz="1400" dirty="0"/>
          </a:p>
        </p:txBody>
      </p:sp>
      <p:sp>
        <p:nvSpPr>
          <p:cNvPr id="13" name="a02u_k1"/>
          <p:cNvSpPr/>
          <p:nvPr/>
        </p:nvSpPr>
        <p:spPr>
          <a:xfrm>
            <a:off x="4297680" y="1417320"/>
            <a:ext cx="3566160" cy="3154680"/>
          </a:xfrm>
          <a:prstGeom prst="roundRect">
            <a:avLst>
              <a:gd name="adj" fmla="val 3478"/>
            </a:avLst>
          </a:prstGeom>
          <a:solidFill>
            <a:schemeClr val="bg1"/>
          </a:solidFill>
          <a:ln w="38100">
            <a:solidFill>
              <a:schemeClr val="accent5"/>
            </a:solidFill>
            <a:prstDash val="solid"/>
          </a:ln>
        </p:spPr>
      </p:sp>
      <p:sp>
        <p:nvSpPr>
          <p:cNvPr id="14" name="a02u_kb1"/>
          <p:cNvSpPr/>
          <p:nvPr/>
        </p:nvSpPr>
        <p:spPr>
          <a:xfrm>
            <a:off x="7040880" y="1691640"/>
            <a:ext cx="594360" cy="594360"/>
          </a:xfrm>
          <a:prstGeom prst="ellipse">
            <a:avLst/>
          </a:prstGeom>
          <a:solidFill>
            <a:schemeClr val="accent5"/>
          </a:solidFill>
          <a:ln/>
        </p:spPr>
      </p:sp>
      <p:pic>
        <p:nvPicPr>
          <p:cNvPr id="15" name="a02u_kb1_i" descr="preencoded.png">    </p:cNvPr>
          <p:cNvPicPr>
            <a:picLocks noChangeAspect="1"/>
          </p:cNvPicPr>
          <p:nvPr/>
        </p:nvPicPr>
        <p:blipFill>
          <a:blip r:embed="rId2"/>
          <a:stretch>
            <a:fillRect/>
          </a:stretch>
        </p:blipFill>
        <p:spPr>
          <a:xfrm>
            <a:off x="7195414" y="1846174"/>
            <a:ext cx="285293" cy="285293"/>
          </a:xfrm>
          <a:prstGeom prst="rect">
            <a:avLst/>
          </a:prstGeom>
        </p:spPr>
      </p:pic>
      <p:sp>
        <p:nvSpPr>
          <p:cNvPr id="16" name="a02u_kk1"/>
          <p:cNvSpPr txBox="1"/>
          <p:nvPr/>
        </p:nvSpPr>
        <p:spPr>
          <a:xfrm>
            <a:off x="4617720" y="1783080"/>
            <a:ext cx="2194560" cy="320040"/>
          </a:xfrm>
          <a:prstGeom prst="rect">
            <a:avLst/>
          </a:prstGeom>
          <a:noFill/>
          <a:ln/>
        </p:spPr>
        <p:txBody>
          <a:bodyPr wrap="square" lIns="0" tIns="0" rIns="0" bIns="0" rtlCol="0" anchor="t"/>
          <a:lstStyle/>
          <a:p>
            <a:pPr algn="l" indent="0" marL="0">
              <a:buNone/>
            </a:pPr>
            <a:r>
              <a:rPr lang="en-US" sz="1400" b="1" dirty="0">
                <a:solidFill>
                  <a:schemeClr val="accent5"/>
                </a:solidFill>
              </a:rPr>
              <a:t>CLEAR</a:t>
            </a:r>
            <a:endParaRPr lang="en-US" sz="1400" dirty="0"/>
          </a:p>
        </p:txBody>
      </p:sp>
      <p:sp>
        <p:nvSpPr>
          <p:cNvPr id="17" name="a02u_kh1"/>
          <p:cNvSpPr txBox="1"/>
          <p:nvPr/>
        </p:nvSpPr>
        <p:spPr>
          <a:xfrm>
            <a:off x="4617720" y="2377440"/>
            <a:ext cx="2926080" cy="457200"/>
          </a:xfrm>
          <a:prstGeom prst="rect">
            <a:avLst/>
          </a:prstGeom>
          <a:noFill/>
          <a:ln/>
        </p:spPr>
        <p:txBody>
          <a:bodyPr wrap="square" lIns="0" tIns="0" rIns="0" bIns="0" rtlCol="0" anchor="t"/>
          <a:lstStyle/>
          <a:p>
            <a:pPr algn="l" indent="0" marL="0">
              <a:buNone/>
            </a:pPr>
            <a:r>
              <a:rPr lang="en-US" sz="2200" b="1" dirty="0">
                <a:solidFill>
                  <a:schemeClr val="tx1"/>
                </a:solidFill>
              </a:rPr>
              <a:t>You're verified</a:t>
            </a:r>
            <a:endParaRPr lang="en-US" sz="2200" dirty="0"/>
          </a:p>
        </p:txBody>
      </p:sp>
      <p:sp>
        <p:nvSpPr>
          <p:cNvPr id="18" name="a02u_kd1"/>
          <p:cNvSpPr txBox="1"/>
          <p:nvPr/>
        </p:nvSpPr>
        <p:spPr>
          <a:xfrm>
            <a:off x="4617720" y="2880360"/>
            <a:ext cx="2926080" cy="822960"/>
          </a:xfrm>
          <a:prstGeom prst="rect">
            <a:avLst/>
          </a:prstGeom>
          <a:noFill/>
          <a:ln/>
        </p:spPr>
        <p:txBody>
          <a:bodyPr wrap="square" lIns="0" tIns="0" rIns="0" bIns="0" rtlCol="0" anchor="t"/>
          <a:lstStyle/>
          <a:p>
            <a:pPr algn="l" indent="0" marL="0">
              <a:buNone/>
            </a:pPr>
            <a:r>
              <a:rPr lang="en-US" sz="1600" dirty="0">
                <a:solidFill>
                  <a:schemeClr val="tx2"/>
                </a:solidFill>
              </a:rPr>
              <a:t>Step 3 is unlocked — pick a plan to go live.</a:t>
            </a:r>
            <a:endParaRPr lang="en-US" sz="1600" dirty="0"/>
          </a:p>
        </p:txBody>
      </p:sp>
      <p:sp>
        <p:nvSpPr>
          <p:cNvPr id="19" name="a02u_kbtn1"/>
          <p:cNvSpPr/>
          <p:nvPr/>
        </p:nvSpPr>
        <p:spPr>
          <a:xfrm>
            <a:off x="4617720" y="3840480"/>
            <a:ext cx="2194560" cy="457200"/>
          </a:xfrm>
          <a:prstGeom prst="roundRect">
            <a:avLst>
              <a:gd name="adj" fmla="val 50000"/>
            </a:avLst>
          </a:prstGeom>
          <a:solidFill>
            <a:schemeClr val="accent5"/>
          </a:solidFill>
          <a:ln/>
        </p:spPr>
      </p:sp>
      <p:sp>
        <p:nvSpPr>
          <p:cNvPr id="20" name="a02u_kbtnt1"/>
          <p:cNvSpPr txBox="1"/>
          <p:nvPr/>
        </p:nvSpPr>
        <p:spPr>
          <a:xfrm>
            <a:off x="4617720" y="384048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Choose your plan</a:t>
            </a:r>
            <a:endParaRPr lang="en-US" sz="1400" dirty="0"/>
          </a:p>
        </p:txBody>
      </p:sp>
      <p:sp>
        <p:nvSpPr>
          <p:cNvPr id="21" name="a03u_k2"/>
          <p:cNvSpPr/>
          <p:nvPr/>
        </p:nvSpPr>
        <p:spPr>
          <a:xfrm>
            <a:off x="8138160" y="1417320"/>
            <a:ext cx="3566160" cy="3154680"/>
          </a:xfrm>
          <a:prstGeom prst="roundRect">
            <a:avLst>
              <a:gd name="adj" fmla="val 3478"/>
            </a:avLst>
          </a:prstGeom>
          <a:solidFill>
            <a:schemeClr val="bg1"/>
          </a:solidFill>
          <a:ln w="38100">
            <a:solidFill>
              <a:schemeClr val="accent3"/>
            </a:solidFill>
            <a:prstDash val="solid"/>
          </a:ln>
        </p:spPr>
      </p:sp>
      <p:sp>
        <p:nvSpPr>
          <p:cNvPr id="22" name="a03u_kb2"/>
          <p:cNvSpPr/>
          <p:nvPr/>
        </p:nvSpPr>
        <p:spPr>
          <a:xfrm>
            <a:off x="10881360" y="1691640"/>
            <a:ext cx="594360" cy="594360"/>
          </a:xfrm>
          <a:prstGeom prst="ellipse">
            <a:avLst/>
          </a:prstGeom>
          <a:solidFill>
            <a:schemeClr val="accent3"/>
          </a:solidFill>
          <a:ln/>
        </p:spPr>
      </p:sp>
      <p:pic>
        <p:nvPicPr>
          <p:cNvPr id="23" name="a03u_kb2_i" descr="preencoded.png">    </p:cNvPr>
          <p:cNvPicPr>
            <a:picLocks noChangeAspect="1"/>
          </p:cNvPicPr>
          <p:nvPr/>
        </p:nvPicPr>
        <p:blipFill>
          <a:blip r:embed="rId3"/>
          <a:stretch>
            <a:fillRect/>
          </a:stretch>
        </p:blipFill>
        <p:spPr>
          <a:xfrm>
            <a:off x="11035894" y="1846174"/>
            <a:ext cx="285293" cy="285293"/>
          </a:xfrm>
          <a:prstGeom prst="rect">
            <a:avLst/>
          </a:prstGeom>
        </p:spPr>
      </p:pic>
      <p:sp>
        <p:nvSpPr>
          <p:cNvPr id="24" name="a03u_kk2"/>
          <p:cNvSpPr txBox="1"/>
          <p:nvPr/>
        </p:nvSpPr>
        <p:spPr>
          <a:xfrm>
            <a:off x="8458200" y="1783080"/>
            <a:ext cx="2194560" cy="320040"/>
          </a:xfrm>
          <a:prstGeom prst="rect">
            <a:avLst/>
          </a:prstGeom>
          <a:noFill/>
          <a:ln/>
        </p:spPr>
        <p:txBody>
          <a:bodyPr wrap="square" lIns="0" tIns="0" rIns="0" bIns="0" rtlCol="0" anchor="t"/>
          <a:lstStyle/>
          <a:p>
            <a:pPr algn="l" indent="0" marL="0">
              <a:buNone/>
            </a:pPr>
            <a:r>
              <a:rPr lang="en-US" sz="1400" b="1" dirty="0">
                <a:solidFill>
                  <a:schemeClr val="accent3"/>
                </a:solidFill>
              </a:rPr>
              <a:t>CONSIDER</a:t>
            </a:r>
            <a:endParaRPr lang="en-US" sz="1400" dirty="0"/>
          </a:p>
        </p:txBody>
      </p:sp>
      <p:sp>
        <p:nvSpPr>
          <p:cNvPr id="25" name="a03u_kh2"/>
          <p:cNvSpPr txBox="1"/>
          <p:nvPr/>
        </p:nvSpPr>
        <p:spPr>
          <a:xfrm>
            <a:off x="8458200" y="2377440"/>
            <a:ext cx="2926080" cy="457200"/>
          </a:xfrm>
          <a:prstGeom prst="rect">
            <a:avLst/>
          </a:prstGeom>
          <a:noFill/>
          <a:ln/>
        </p:spPr>
        <p:txBody>
          <a:bodyPr wrap="square" lIns="0" tIns="0" rIns="0" bIns="0" rtlCol="0" anchor="t"/>
          <a:lstStyle/>
          <a:p>
            <a:pPr algn="l" indent="0" marL="0">
              <a:buNone/>
            </a:pPr>
            <a:r>
              <a:rPr lang="en-US" sz="2200" b="1" dirty="0">
                <a:solidFill>
                  <a:schemeClr val="tx1"/>
                </a:solidFill>
              </a:rPr>
              <a:t>Needs a closer look</a:t>
            </a:r>
            <a:endParaRPr lang="en-US" sz="2200" dirty="0"/>
          </a:p>
        </p:txBody>
      </p:sp>
      <p:sp>
        <p:nvSpPr>
          <p:cNvPr id="26" name="a03u_kd2"/>
          <p:cNvSpPr txBox="1"/>
          <p:nvPr/>
        </p:nvSpPr>
        <p:spPr>
          <a:xfrm>
            <a:off x="8458200" y="2880360"/>
            <a:ext cx="2926080" cy="822960"/>
          </a:xfrm>
          <a:prstGeom prst="rect">
            <a:avLst/>
          </a:prstGeom>
          <a:noFill/>
          <a:ln/>
        </p:spPr>
        <p:txBody>
          <a:bodyPr wrap="square" lIns="0" tIns="0" rIns="0" bIns="0" rtlCol="0" anchor="t"/>
          <a:lstStyle/>
          <a:p>
            <a:pPr algn="l" indent="0" marL="0">
              <a:buNone/>
            </a:pPr>
            <a:r>
              <a:rPr lang="en-US" sz="1600" dirty="0">
                <a:solidFill>
                  <a:schemeClr val="tx2"/>
                </a:solidFill>
              </a:rPr>
              <a:t>This can take a few extra days. We'll email you if we need anything.</a:t>
            </a:r>
            <a:endParaRPr lang="en-US" sz="1600" dirty="0"/>
          </a:p>
        </p:txBody>
      </p:sp>
      <p:sp>
        <p:nvSpPr>
          <p:cNvPr id="27" name="a03u_kbtn2"/>
          <p:cNvSpPr/>
          <p:nvPr/>
        </p:nvSpPr>
        <p:spPr>
          <a:xfrm>
            <a:off x="8458200" y="3840480"/>
            <a:ext cx="2194560" cy="457200"/>
          </a:xfrm>
          <a:prstGeom prst="roundRect">
            <a:avLst>
              <a:gd name="adj" fmla="val 50000"/>
            </a:avLst>
          </a:prstGeom>
          <a:solidFill>
            <a:schemeClr val="accent3"/>
          </a:solidFill>
          <a:ln/>
        </p:spPr>
      </p:sp>
      <p:sp>
        <p:nvSpPr>
          <p:cNvPr id="28" name="a03u_kbtnt2"/>
          <p:cNvSpPr txBox="1"/>
          <p:nvPr/>
        </p:nvSpPr>
        <p:spPr>
          <a:xfrm>
            <a:off x="8458200" y="3840480"/>
            <a:ext cx="2194560" cy="457200"/>
          </a:xfrm>
          <a:prstGeom prst="rect">
            <a:avLst/>
          </a:prstGeom>
          <a:noFill/>
          <a:ln/>
        </p:spPr>
        <p:txBody>
          <a:bodyPr wrap="square" lIns="0" tIns="0" rIns="0" bIns="0" rtlCol="0" anchor="ctr"/>
          <a:lstStyle/>
          <a:p>
            <a:pPr algn="ctr" indent="0" marL="0">
              <a:buNone/>
            </a:pPr>
            <a:r>
              <a:rPr lang="en-US" sz="1400" b="1" dirty="0">
                <a:solidFill>
                  <a:schemeClr val="tx1"/>
                </a:solidFill>
              </a:rPr>
              <a:t>Contact support</a:t>
            </a:r>
            <a:endParaRPr lang="en-US" sz="1400" dirty="0"/>
          </a:p>
        </p:txBody>
      </p:sp>
      <p:sp>
        <p:nvSpPr>
          <p:cNvPr id="29" name="a04f_m0"/>
          <p:cNvSpPr/>
          <p:nvPr/>
        </p:nvSpPr>
        <p:spPr>
          <a:xfrm>
            <a:off x="457200" y="4846320"/>
            <a:ext cx="5486400" cy="1234440"/>
          </a:xfrm>
          <a:prstGeom prst="roundRect">
            <a:avLst>
              <a:gd name="adj" fmla="val 8889"/>
            </a:avLst>
          </a:prstGeom>
          <a:solidFill>
            <a:schemeClr val="accent4">
              <a:alpha val="28000"/>
            </a:schemeClr>
          </a:solidFill>
          <a:ln w="19050">
            <a:solidFill>
              <a:schemeClr val="accent4"/>
            </a:solidFill>
            <a:prstDash val="solid"/>
          </a:ln>
        </p:spPr>
      </p:sp>
      <p:sp>
        <p:nvSpPr>
          <p:cNvPr id="30" name="a04f_mb0"/>
          <p:cNvSpPr/>
          <p:nvPr/>
        </p:nvSpPr>
        <p:spPr>
          <a:xfrm>
            <a:off x="731520" y="5120640"/>
            <a:ext cx="685800" cy="685800"/>
          </a:xfrm>
          <a:prstGeom prst="ellipse">
            <a:avLst/>
          </a:prstGeom>
          <a:solidFill>
            <a:schemeClr val="accent4"/>
          </a:solidFill>
          <a:ln/>
        </p:spPr>
      </p:sp>
      <p:pic>
        <p:nvPicPr>
          <p:cNvPr id="31" name="a04f_mb0_i" descr="preencoded.png">    </p:cNvPr>
          <p:cNvPicPr>
            <a:picLocks noChangeAspect="1"/>
          </p:cNvPicPr>
          <p:nvPr/>
        </p:nvPicPr>
        <p:blipFill>
          <a:blip r:embed="rId4"/>
          <a:stretch>
            <a:fillRect/>
          </a:stretch>
        </p:blipFill>
        <p:spPr>
          <a:xfrm>
            <a:off x="909828" y="5298948"/>
            <a:ext cx="329184" cy="329184"/>
          </a:xfrm>
          <a:prstGeom prst="rect">
            <a:avLst/>
          </a:prstGeom>
        </p:spPr>
      </p:pic>
      <p:sp>
        <p:nvSpPr>
          <p:cNvPr id="32" name="a04f_mt0"/>
          <p:cNvSpPr txBox="1"/>
          <p:nvPr/>
        </p:nvSpPr>
        <p:spPr>
          <a:xfrm>
            <a:off x="1645920" y="5029200"/>
            <a:ext cx="4114800" cy="868680"/>
          </a:xfrm>
          <a:prstGeom prst="rect">
            <a:avLst/>
          </a:prstGeom>
          <a:noFill/>
          <a:ln/>
        </p:spPr>
        <p:txBody>
          <a:bodyPr wrap="square" lIns="0" tIns="0" rIns="0" bIns="0" rtlCol="0" anchor="ctr"/>
          <a:lstStyle/>
          <a:p>
            <a:pPr indent="0" marL="0">
              <a:buNone/>
            </a:pPr>
            <a:r>
              <a:rPr lang="en-US" sz="1800" b="1" dirty="0">
                <a:solidFill>
                  <a:schemeClr val="tx1"/>
                </a:solidFill>
              </a:rPr>
              <a:t>Suspended  </a:t>
            </a:r>
            <a:pPr indent="0" marL="0">
              <a:buNone/>
            </a:pPr>
            <a:r>
              <a:rPr lang="en-US" sz="1400" b="1" dirty="0">
                <a:solidFill>
                  <a:schemeClr val="accent4"/>
                </a:solidFill>
              </a:rPr>
              <a:t>→ Provide information</a:t>
            </a:r>
            <a:endParaRPr lang="en-US" sz="1800" dirty="0"/>
          </a:p>
          <a:p>
            <a:pPr indent="0" marL="0">
              <a:buNone/>
            </a:pPr>
            <a:r>
              <a:rPr lang="en-US" sz="1400" dirty="0">
                <a:solidFill>
                  <a:schemeClr val="tx2"/>
                </a:solidFill>
              </a:rPr>
              <a:t>“Checkr needs more information from you.”</a:t>
            </a:r>
            <a:endParaRPr lang="en-US" sz="1800" dirty="0"/>
          </a:p>
        </p:txBody>
      </p:sp>
      <p:sp>
        <p:nvSpPr>
          <p:cNvPr id="33" name="a05f_m1"/>
          <p:cNvSpPr/>
          <p:nvPr/>
        </p:nvSpPr>
        <p:spPr>
          <a:xfrm>
            <a:off x="6217920" y="4846320"/>
            <a:ext cx="5486400" cy="1234440"/>
          </a:xfrm>
          <a:prstGeom prst="roundRect">
            <a:avLst>
              <a:gd name="adj" fmla="val 8889"/>
            </a:avLst>
          </a:prstGeom>
          <a:solidFill>
            <a:schemeClr val="accent6">
              <a:alpha val="28000"/>
            </a:schemeClr>
          </a:solidFill>
          <a:ln w="19050">
            <a:solidFill>
              <a:schemeClr val="accent6"/>
            </a:solidFill>
            <a:prstDash val="solid"/>
          </a:ln>
        </p:spPr>
      </p:sp>
      <p:sp>
        <p:nvSpPr>
          <p:cNvPr id="34" name="a05f_mb1"/>
          <p:cNvSpPr/>
          <p:nvPr/>
        </p:nvSpPr>
        <p:spPr>
          <a:xfrm>
            <a:off x="6492240" y="5120640"/>
            <a:ext cx="685800" cy="685800"/>
          </a:xfrm>
          <a:prstGeom prst="ellipse">
            <a:avLst/>
          </a:prstGeom>
          <a:solidFill>
            <a:schemeClr val="accent6"/>
          </a:solidFill>
          <a:ln/>
        </p:spPr>
      </p:sp>
      <p:pic>
        <p:nvPicPr>
          <p:cNvPr id="35" name="a05f_mb1_i" descr="preencoded.png">    </p:cNvPr>
          <p:cNvPicPr>
            <a:picLocks noChangeAspect="1"/>
          </p:cNvPicPr>
          <p:nvPr/>
        </p:nvPicPr>
        <p:blipFill>
          <a:blip r:embed="rId5"/>
          <a:stretch>
            <a:fillRect/>
          </a:stretch>
        </p:blipFill>
        <p:spPr>
          <a:xfrm>
            <a:off x="6670548" y="5298948"/>
            <a:ext cx="329184" cy="329184"/>
          </a:xfrm>
          <a:prstGeom prst="rect">
            <a:avLst/>
          </a:prstGeom>
        </p:spPr>
      </p:pic>
      <p:sp>
        <p:nvSpPr>
          <p:cNvPr id="36" name="a05f_mt1"/>
          <p:cNvSpPr txBox="1"/>
          <p:nvPr/>
        </p:nvSpPr>
        <p:spPr>
          <a:xfrm>
            <a:off x="7406640" y="5029200"/>
            <a:ext cx="4114800" cy="868680"/>
          </a:xfrm>
          <a:prstGeom prst="rect">
            <a:avLst/>
          </a:prstGeom>
          <a:noFill/>
          <a:ln/>
        </p:spPr>
        <p:txBody>
          <a:bodyPr wrap="square" lIns="0" tIns="0" rIns="0" bIns="0" rtlCol="0" anchor="ctr"/>
          <a:lstStyle/>
          <a:p>
            <a:pPr indent="0" marL="0">
              <a:buNone/>
            </a:pPr>
            <a:r>
              <a:rPr lang="en-US" sz="1800" b="1" dirty="0">
                <a:solidFill>
                  <a:schemeClr val="tx1"/>
                </a:solidFill>
              </a:rPr>
              <a:t>Declined  </a:t>
            </a:r>
            <a:pPr indent="0" marL="0">
              <a:buNone/>
            </a:pPr>
            <a:r>
              <a:rPr lang="en-US" sz="1400" b="1" dirty="0">
                <a:solidFill>
                  <a:schemeClr val="accent6"/>
                </a:solidFill>
              </a:rPr>
              <a:t>→ View notice</a:t>
            </a:r>
            <a:endParaRPr lang="en-US" sz="1800" dirty="0"/>
          </a:p>
          <a:p>
            <a:pPr indent="0" marL="0">
              <a:buNone/>
            </a:pPr>
            <a:r>
              <a:rPr lang="en-US" sz="1400" dirty="0">
                <a:solidFill>
                  <a:schemeClr val="tx2"/>
                </a:solidFill>
              </a:rPr>
              <a:t>“We can't approve your provider account right now.”</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transition spd="med">
    <p:cover dir="u"/>
  </p:transition>
  <p:timing>
    <p:tnLst>
      <p:par>
        <p:cTn id="1" dur="indefinite" restart="never" nodeType="tmRoot">
          <p:childTnLst>
            <p:seq concurrent="1" nextAc="seek">
              <p:cTn id="2" dur="indefinite" nodeType="mainSeq">
                <p:childTnLst>
                  <p:par>
                    <p:cTn id="162" fill="hold">
                      <p:stCondLst>
                        <p:cond delay="indefinite"/>
                        <p:cond evt="onBegin" delay="0">
                          <p:tgtEl>
                            <p:sldTgt/>
                          </p:tgtEl>
                        </p:cond>
                      </p:stCondLst>
                      <p:childTnLst>
                        <p:par>
                          <p:cTn id="157"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20" decel="100000" fill="hold"/>
                                        <p:tgtEl>
                                          <p:spTgt spid="3"/>
                                        </p:tgtEl>
                                        <p:attrNameLst>
                                          <p:attrName>ppt_x</p:attrName>
                                        </p:attrNameLst>
                                      </p:cBhvr>
                                      <p:tavLst>
                                        <p:tav tm="0">
                                          <p:val>
                                            <p:strVal val="#ppt_x"/>
                                          </p:val>
                                        </p:tav>
                                        <p:tav tm="100000">
                                          <p:val>
                                            <p:strVal val="#ppt_x"/>
                                          </p:val>
                                        </p:tav>
                                      </p:tavLst>
                                    </p:anim>
                                    <p:anim calcmode="lin" valueType="num">
                                      <p:cBhvr additive="base">
                                        <p:cTn id="6" dur="520" decel="100000" fill="hold"/>
                                        <p:tgtEl>
                                          <p:spTgt spid="3"/>
                                        </p:tgtEl>
                                        <p:attrNameLst>
                                          <p:attrName>ppt_y</p:attrName>
                                        </p:attrNameLst>
                                      </p:cBhvr>
                                      <p:tavLst>
                                        <p:tav tm="0">
                                          <p:val>
                                            <p:strVal val="#ppt_y+0.15"/>
                                          </p:val>
                                        </p:tav>
                                        <p:tav tm="100000">
                                          <p:val>
                                            <p:strVal val="#ppt_y"/>
                                          </p:val>
                                        </p:tav>
                                      </p:tavLst>
                                    </p:anim>
                                    <p:animEffect transition="in" filter="fade">
                                      <p:cBhvr>
                                        <p:cTn id="7" dur="520"/>
                                        <p:tgtEl>
                                          <p:spTgt spid="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20" decel="100000" fill="hold"/>
                                        <p:tgtEl>
                                          <p:spTgt spid="4"/>
                                        </p:tgtEl>
                                        <p:attrNameLst>
                                          <p:attrName>ppt_x</p:attrName>
                                        </p:attrNameLst>
                                      </p:cBhvr>
                                      <p:tavLst>
                                        <p:tav tm="0">
                                          <p:val>
                                            <p:strVal val="#ppt_x"/>
                                          </p:val>
                                        </p:tav>
                                        <p:tav tm="100000">
                                          <p:val>
                                            <p:strVal val="#ppt_x"/>
                                          </p:val>
                                        </p:tav>
                                      </p:tavLst>
                                    </p:anim>
                                    <p:anim calcmode="lin" valueType="num">
                                      <p:cBhvr additive="base">
                                        <p:cTn id="11" dur="520" decel="100000" fill="hold"/>
                                        <p:tgtEl>
                                          <p:spTgt spid="4"/>
                                        </p:tgtEl>
                                        <p:attrNameLst>
                                          <p:attrName>ppt_y</p:attrName>
                                        </p:attrNameLst>
                                      </p:cBhvr>
                                      <p:tavLst>
                                        <p:tav tm="0">
                                          <p:val>
                                            <p:strVal val="#ppt_y+0.15"/>
                                          </p:val>
                                        </p:tav>
                                        <p:tav tm="100000">
                                          <p:val>
                                            <p:strVal val="#ppt_y"/>
                                          </p:val>
                                        </p:tav>
                                      </p:tavLst>
                                    </p:anim>
                                    <p:animEffect transition="in" filter="fade">
                                      <p:cBhvr>
                                        <p:cTn id="12" dur="520"/>
                                        <p:tgtEl>
                                          <p:spTgt spid="4"/>
                                        </p:tgtEl>
                                      </p:cBhvr>
                                    </p:animEffect>
                                  </p:childTnLst>
                                </p:cTn>
                              </p:par>
                              <p:par>
                                <p:cTn id="13" presetID="42"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20" decel="100000" fill="hold"/>
                                        <p:tgtEl>
                                          <p:spTgt spid="5"/>
                                        </p:tgtEl>
                                        <p:attrNameLst>
                                          <p:attrName>ppt_x</p:attrName>
                                        </p:attrNameLst>
                                      </p:cBhvr>
                                      <p:tavLst>
                                        <p:tav tm="0">
                                          <p:val>
                                            <p:strVal val="#ppt_x"/>
                                          </p:val>
                                        </p:tav>
                                        <p:tav tm="100000">
                                          <p:val>
                                            <p:strVal val="#ppt_x"/>
                                          </p:val>
                                        </p:tav>
                                      </p:tavLst>
                                    </p:anim>
                                    <p:anim calcmode="lin" valueType="num">
                                      <p:cBhvr additive="base">
                                        <p:cTn id="16" dur="520" decel="100000" fill="hold"/>
                                        <p:tgtEl>
                                          <p:spTgt spid="5"/>
                                        </p:tgtEl>
                                        <p:attrNameLst>
                                          <p:attrName>ppt_y</p:attrName>
                                        </p:attrNameLst>
                                      </p:cBhvr>
                                      <p:tavLst>
                                        <p:tav tm="0">
                                          <p:val>
                                            <p:strVal val="#ppt_y+0.15"/>
                                          </p:val>
                                        </p:tav>
                                        <p:tav tm="100000">
                                          <p:val>
                                            <p:strVal val="#ppt_y"/>
                                          </p:val>
                                        </p:tav>
                                      </p:tavLst>
                                    </p:anim>
                                    <p:animEffect transition="in" filter="fade">
                                      <p:cBhvr>
                                        <p:cTn id="17" dur="520"/>
                                        <p:tgtEl>
                                          <p:spTgt spid="5"/>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20" decel="100000" fill="hold"/>
                                        <p:tgtEl>
                                          <p:spTgt spid="6"/>
                                        </p:tgtEl>
                                        <p:attrNameLst>
                                          <p:attrName>ppt_x</p:attrName>
                                        </p:attrNameLst>
                                      </p:cBhvr>
                                      <p:tavLst>
                                        <p:tav tm="0">
                                          <p:val>
                                            <p:strVal val="#ppt_x"/>
                                          </p:val>
                                        </p:tav>
                                        <p:tav tm="100000">
                                          <p:val>
                                            <p:strVal val="#ppt_x"/>
                                          </p:val>
                                        </p:tav>
                                      </p:tavLst>
                                    </p:anim>
                                    <p:anim calcmode="lin" valueType="num">
                                      <p:cBhvr additive="base">
                                        <p:cTn id="21" dur="520" decel="100000" fill="hold"/>
                                        <p:tgtEl>
                                          <p:spTgt spid="6"/>
                                        </p:tgtEl>
                                        <p:attrNameLst>
                                          <p:attrName>ppt_y</p:attrName>
                                        </p:attrNameLst>
                                      </p:cBhvr>
                                      <p:tavLst>
                                        <p:tav tm="0">
                                          <p:val>
                                            <p:strVal val="#ppt_y+0.15"/>
                                          </p:val>
                                        </p:tav>
                                        <p:tav tm="100000">
                                          <p:val>
                                            <p:strVal val="#ppt_y"/>
                                          </p:val>
                                        </p:tav>
                                      </p:tavLst>
                                    </p:anim>
                                    <p:animEffect transition="in" filter="fade">
                                      <p:cBhvr>
                                        <p:cTn id="22" dur="520"/>
                                        <p:tgtEl>
                                          <p:spTgt spid="6"/>
                                        </p:tgtEl>
                                      </p:cBhvr>
                                    </p:animEffect>
                                  </p:childTnLst>
                                </p:cTn>
                              </p:par>
                              <p:par>
                                <p:cTn id="23" presetID="42"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20" decel="100000" fill="hold"/>
                                        <p:tgtEl>
                                          <p:spTgt spid="7"/>
                                        </p:tgtEl>
                                        <p:attrNameLst>
                                          <p:attrName>ppt_x</p:attrName>
                                        </p:attrNameLst>
                                      </p:cBhvr>
                                      <p:tavLst>
                                        <p:tav tm="0">
                                          <p:val>
                                            <p:strVal val="#ppt_x"/>
                                          </p:val>
                                        </p:tav>
                                        <p:tav tm="100000">
                                          <p:val>
                                            <p:strVal val="#ppt_x"/>
                                          </p:val>
                                        </p:tav>
                                      </p:tavLst>
                                    </p:anim>
                                    <p:anim calcmode="lin" valueType="num">
                                      <p:cBhvr additive="base">
                                        <p:cTn id="26" dur="520" decel="100000" fill="hold"/>
                                        <p:tgtEl>
                                          <p:spTgt spid="7"/>
                                        </p:tgtEl>
                                        <p:attrNameLst>
                                          <p:attrName>ppt_y</p:attrName>
                                        </p:attrNameLst>
                                      </p:cBhvr>
                                      <p:tavLst>
                                        <p:tav tm="0">
                                          <p:val>
                                            <p:strVal val="#ppt_y+0.15"/>
                                          </p:val>
                                        </p:tav>
                                        <p:tav tm="100000">
                                          <p:val>
                                            <p:strVal val="#ppt_y"/>
                                          </p:val>
                                        </p:tav>
                                      </p:tavLst>
                                    </p:anim>
                                    <p:animEffect transition="in" filter="fade">
                                      <p:cBhvr>
                                        <p:cTn id="27" dur="520"/>
                                        <p:tgtEl>
                                          <p:spTgt spid="7"/>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20" decel="100000" fill="hold"/>
                                        <p:tgtEl>
                                          <p:spTgt spid="8"/>
                                        </p:tgtEl>
                                        <p:attrNameLst>
                                          <p:attrName>ppt_x</p:attrName>
                                        </p:attrNameLst>
                                      </p:cBhvr>
                                      <p:tavLst>
                                        <p:tav tm="0">
                                          <p:val>
                                            <p:strVal val="#ppt_x"/>
                                          </p:val>
                                        </p:tav>
                                        <p:tav tm="100000">
                                          <p:val>
                                            <p:strVal val="#ppt_x"/>
                                          </p:val>
                                        </p:tav>
                                      </p:tavLst>
                                    </p:anim>
                                    <p:anim calcmode="lin" valueType="num">
                                      <p:cBhvr additive="base">
                                        <p:cTn id="31" dur="520" decel="100000" fill="hold"/>
                                        <p:tgtEl>
                                          <p:spTgt spid="8"/>
                                        </p:tgtEl>
                                        <p:attrNameLst>
                                          <p:attrName>ppt_y</p:attrName>
                                        </p:attrNameLst>
                                      </p:cBhvr>
                                      <p:tavLst>
                                        <p:tav tm="0">
                                          <p:val>
                                            <p:strVal val="#ppt_y+0.15"/>
                                          </p:val>
                                        </p:tav>
                                        <p:tav tm="100000">
                                          <p:val>
                                            <p:strVal val="#ppt_y"/>
                                          </p:val>
                                        </p:tav>
                                      </p:tavLst>
                                    </p:anim>
                                    <p:animEffect transition="in" filter="fade">
                                      <p:cBhvr>
                                        <p:cTn id="32" dur="520"/>
                                        <p:tgtEl>
                                          <p:spTgt spid="8"/>
                                        </p:tgtEl>
                                      </p:cBhvr>
                                    </p:animEffect>
                                  </p:childTnLst>
                                </p:cTn>
                              </p:par>
                              <p:par>
                                <p:cTn id="33" presetID="42"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20" decel="100000" fill="hold"/>
                                        <p:tgtEl>
                                          <p:spTgt spid="9"/>
                                        </p:tgtEl>
                                        <p:attrNameLst>
                                          <p:attrName>ppt_x</p:attrName>
                                        </p:attrNameLst>
                                      </p:cBhvr>
                                      <p:tavLst>
                                        <p:tav tm="0">
                                          <p:val>
                                            <p:strVal val="#ppt_x"/>
                                          </p:val>
                                        </p:tav>
                                        <p:tav tm="100000">
                                          <p:val>
                                            <p:strVal val="#ppt_x"/>
                                          </p:val>
                                        </p:tav>
                                      </p:tavLst>
                                    </p:anim>
                                    <p:anim calcmode="lin" valueType="num">
                                      <p:cBhvr additive="base">
                                        <p:cTn id="36" dur="520" decel="100000" fill="hold"/>
                                        <p:tgtEl>
                                          <p:spTgt spid="9"/>
                                        </p:tgtEl>
                                        <p:attrNameLst>
                                          <p:attrName>ppt_y</p:attrName>
                                        </p:attrNameLst>
                                      </p:cBhvr>
                                      <p:tavLst>
                                        <p:tav tm="0">
                                          <p:val>
                                            <p:strVal val="#ppt_y+0.15"/>
                                          </p:val>
                                        </p:tav>
                                        <p:tav tm="100000">
                                          <p:val>
                                            <p:strVal val="#ppt_y"/>
                                          </p:val>
                                        </p:tav>
                                      </p:tavLst>
                                    </p:anim>
                                    <p:animEffect transition="in" filter="fade">
                                      <p:cBhvr>
                                        <p:cTn id="37" dur="520"/>
                                        <p:tgtEl>
                                          <p:spTgt spid="9"/>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20" decel="100000" fill="hold"/>
                                        <p:tgtEl>
                                          <p:spTgt spid="10"/>
                                        </p:tgtEl>
                                        <p:attrNameLst>
                                          <p:attrName>ppt_x</p:attrName>
                                        </p:attrNameLst>
                                      </p:cBhvr>
                                      <p:tavLst>
                                        <p:tav tm="0">
                                          <p:val>
                                            <p:strVal val="#ppt_x"/>
                                          </p:val>
                                        </p:tav>
                                        <p:tav tm="100000">
                                          <p:val>
                                            <p:strVal val="#ppt_x"/>
                                          </p:val>
                                        </p:tav>
                                      </p:tavLst>
                                    </p:anim>
                                    <p:anim calcmode="lin" valueType="num">
                                      <p:cBhvr additive="base">
                                        <p:cTn id="41" dur="520" decel="100000" fill="hold"/>
                                        <p:tgtEl>
                                          <p:spTgt spid="10"/>
                                        </p:tgtEl>
                                        <p:attrNameLst>
                                          <p:attrName>ppt_y</p:attrName>
                                        </p:attrNameLst>
                                      </p:cBhvr>
                                      <p:tavLst>
                                        <p:tav tm="0">
                                          <p:val>
                                            <p:strVal val="#ppt_y+0.15"/>
                                          </p:val>
                                        </p:tav>
                                        <p:tav tm="100000">
                                          <p:val>
                                            <p:strVal val="#ppt_y"/>
                                          </p:val>
                                        </p:tav>
                                      </p:tavLst>
                                    </p:anim>
                                    <p:animEffect transition="in" filter="fade">
                                      <p:cBhvr>
                                        <p:cTn id="42" dur="520"/>
                                        <p:tgtEl>
                                          <p:spTgt spid="10"/>
                                        </p:tgtEl>
                                      </p:cBhvr>
                                    </p:animEffect>
                                  </p:childTnLst>
                                </p:cTn>
                              </p:par>
                              <p:par>
                                <p:cTn id="43" presetID="42"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20" decel="100000" fill="hold"/>
                                        <p:tgtEl>
                                          <p:spTgt spid="11"/>
                                        </p:tgtEl>
                                        <p:attrNameLst>
                                          <p:attrName>ppt_x</p:attrName>
                                        </p:attrNameLst>
                                      </p:cBhvr>
                                      <p:tavLst>
                                        <p:tav tm="0">
                                          <p:val>
                                            <p:strVal val="#ppt_x"/>
                                          </p:val>
                                        </p:tav>
                                        <p:tav tm="100000">
                                          <p:val>
                                            <p:strVal val="#ppt_x"/>
                                          </p:val>
                                        </p:tav>
                                      </p:tavLst>
                                    </p:anim>
                                    <p:anim calcmode="lin" valueType="num">
                                      <p:cBhvr additive="base">
                                        <p:cTn id="46" dur="520" decel="100000" fill="hold"/>
                                        <p:tgtEl>
                                          <p:spTgt spid="11"/>
                                        </p:tgtEl>
                                        <p:attrNameLst>
                                          <p:attrName>ppt_y</p:attrName>
                                        </p:attrNameLst>
                                      </p:cBhvr>
                                      <p:tavLst>
                                        <p:tav tm="0">
                                          <p:val>
                                            <p:strVal val="#ppt_y+0.15"/>
                                          </p:val>
                                        </p:tav>
                                        <p:tav tm="100000">
                                          <p:val>
                                            <p:strVal val="#ppt_y"/>
                                          </p:val>
                                        </p:tav>
                                      </p:tavLst>
                                    </p:anim>
                                    <p:animEffect transition="in" filter="fade">
                                      <p:cBhvr>
                                        <p:cTn id="47" dur="520"/>
                                        <p:tgtEl>
                                          <p:spTgt spid="11"/>
                                        </p:tgtEl>
                                      </p:cBhvr>
                                    </p:animEffect>
                                  </p:childTnLst>
                                </p:cTn>
                              </p:par>
                              <p:par>
                                <p:cTn id="48" presetID="42" presetClass="entr" presetSubtype="0"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20" decel="100000" fill="hold"/>
                                        <p:tgtEl>
                                          <p:spTgt spid="12"/>
                                        </p:tgtEl>
                                        <p:attrNameLst>
                                          <p:attrName>ppt_x</p:attrName>
                                        </p:attrNameLst>
                                      </p:cBhvr>
                                      <p:tavLst>
                                        <p:tav tm="0">
                                          <p:val>
                                            <p:strVal val="#ppt_x"/>
                                          </p:val>
                                        </p:tav>
                                        <p:tav tm="100000">
                                          <p:val>
                                            <p:strVal val="#ppt_x"/>
                                          </p:val>
                                        </p:tav>
                                      </p:tavLst>
                                    </p:anim>
                                    <p:anim calcmode="lin" valueType="num">
                                      <p:cBhvr additive="base">
                                        <p:cTn id="51" dur="520" decel="100000" fill="hold"/>
                                        <p:tgtEl>
                                          <p:spTgt spid="12"/>
                                        </p:tgtEl>
                                        <p:attrNameLst>
                                          <p:attrName>ppt_y</p:attrName>
                                        </p:attrNameLst>
                                      </p:cBhvr>
                                      <p:tavLst>
                                        <p:tav tm="0">
                                          <p:val>
                                            <p:strVal val="#ppt_y+0.15"/>
                                          </p:val>
                                        </p:tav>
                                        <p:tav tm="100000">
                                          <p:val>
                                            <p:strVal val="#ppt_y"/>
                                          </p:val>
                                        </p:tav>
                                      </p:tavLst>
                                    </p:anim>
                                    <p:animEffect transition="in" filter="fade">
                                      <p:cBhvr>
                                        <p:cTn id="52" dur="520"/>
                                        <p:tgtEl>
                                          <p:spTgt spid="12"/>
                                        </p:tgtEl>
                                      </p:cBhvr>
                                    </p:animEffect>
                                  </p:childTnLst>
                                </p:cTn>
                              </p:par>
                            </p:childTnLst>
                          </p:cTn>
                        </p:par>
                        <p:par>
                          <p:cTn id="158" fill="hold">
                            <p:stCondLst>
                              <p:cond delay="380"/>
                            </p:stCondLst>
                            <p:childTnLst>
                              <p:par>
                                <p:cTn id="53" presetID="42" presetClass="entr" presetSubtype="0"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20" decel="100000" fill="hold"/>
                                        <p:tgtEl>
                                          <p:spTgt spid="13"/>
                                        </p:tgtEl>
                                        <p:attrNameLst>
                                          <p:attrName>ppt_x</p:attrName>
                                        </p:attrNameLst>
                                      </p:cBhvr>
                                      <p:tavLst>
                                        <p:tav tm="0">
                                          <p:val>
                                            <p:strVal val="#ppt_x"/>
                                          </p:val>
                                        </p:tav>
                                        <p:tav tm="100000">
                                          <p:val>
                                            <p:strVal val="#ppt_x"/>
                                          </p:val>
                                        </p:tav>
                                      </p:tavLst>
                                    </p:anim>
                                    <p:anim calcmode="lin" valueType="num">
                                      <p:cBhvr additive="base">
                                        <p:cTn id="56" dur="520" decel="100000" fill="hold"/>
                                        <p:tgtEl>
                                          <p:spTgt spid="13"/>
                                        </p:tgtEl>
                                        <p:attrNameLst>
                                          <p:attrName>ppt_y</p:attrName>
                                        </p:attrNameLst>
                                      </p:cBhvr>
                                      <p:tavLst>
                                        <p:tav tm="0">
                                          <p:val>
                                            <p:strVal val="#ppt_y+0.15"/>
                                          </p:val>
                                        </p:tav>
                                        <p:tav tm="100000">
                                          <p:val>
                                            <p:strVal val="#ppt_y"/>
                                          </p:val>
                                        </p:tav>
                                      </p:tavLst>
                                    </p:anim>
                                    <p:animEffect transition="in" filter="fade">
                                      <p:cBhvr>
                                        <p:cTn id="57" dur="520"/>
                                        <p:tgtEl>
                                          <p:spTgt spid="13"/>
                                        </p:tgtEl>
                                      </p:cBhvr>
                                    </p:animEffect>
                                  </p:childTnLst>
                                </p:cTn>
                              </p:par>
                              <p:par>
                                <p:cTn id="58" presetID="42" presetClass="entr" presetSubtype="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additive="base">
                                        <p:cTn id="60" dur="520" decel="100000" fill="hold"/>
                                        <p:tgtEl>
                                          <p:spTgt spid="14"/>
                                        </p:tgtEl>
                                        <p:attrNameLst>
                                          <p:attrName>ppt_x</p:attrName>
                                        </p:attrNameLst>
                                      </p:cBhvr>
                                      <p:tavLst>
                                        <p:tav tm="0">
                                          <p:val>
                                            <p:strVal val="#ppt_x"/>
                                          </p:val>
                                        </p:tav>
                                        <p:tav tm="100000">
                                          <p:val>
                                            <p:strVal val="#ppt_x"/>
                                          </p:val>
                                        </p:tav>
                                      </p:tavLst>
                                    </p:anim>
                                    <p:anim calcmode="lin" valueType="num">
                                      <p:cBhvr additive="base">
                                        <p:cTn id="61" dur="520" decel="100000" fill="hold"/>
                                        <p:tgtEl>
                                          <p:spTgt spid="14"/>
                                        </p:tgtEl>
                                        <p:attrNameLst>
                                          <p:attrName>ppt_y</p:attrName>
                                        </p:attrNameLst>
                                      </p:cBhvr>
                                      <p:tavLst>
                                        <p:tav tm="0">
                                          <p:val>
                                            <p:strVal val="#ppt_y+0.15"/>
                                          </p:val>
                                        </p:tav>
                                        <p:tav tm="100000">
                                          <p:val>
                                            <p:strVal val="#ppt_y"/>
                                          </p:val>
                                        </p:tav>
                                      </p:tavLst>
                                    </p:anim>
                                    <p:animEffect transition="in" filter="fade">
                                      <p:cBhvr>
                                        <p:cTn id="62" dur="520"/>
                                        <p:tgtEl>
                                          <p:spTgt spid="14"/>
                                        </p:tgtEl>
                                      </p:cBhvr>
                                    </p:animEffect>
                                  </p:childTnLst>
                                </p:cTn>
                              </p:par>
                              <p:par>
                                <p:cTn id="63" presetID="42" presetClass="entr" presetSubtype="0" fill="hold" grpId="0" nodeType="with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520" decel="100000" fill="hold"/>
                                        <p:tgtEl>
                                          <p:spTgt spid="15"/>
                                        </p:tgtEl>
                                        <p:attrNameLst>
                                          <p:attrName>ppt_x</p:attrName>
                                        </p:attrNameLst>
                                      </p:cBhvr>
                                      <p:tavLst>
                                        <p:tav tm="0">
                                          <p:val>
                                            <p:strVal val="#ppt_x"/>
                                          </p:val>
                                        </p:tav>
                                        <p:tav tm="100000">
                                          <p:val>
                                            <p:strVal val="#ppt_x"/>
                                          </p:val>
                                        </p:tav>
                                      </p:tavLst>
                                    </p:anim>
                                    <p:anim calcmode="lin" valueType="num">
                                      <p:cBhvr additive="base">
                                        <p:cTn id="66" dur="520" decel="100000" fill="hold"/>
                                        <p:tgtEl>
                                          <p:spTgt spid="15"/>
                                        </p:tgtEl>
                                        <p:attrNameLst>
                                          <p:attrName>ppt_y</p:attrName>
                                        </p:attrNameLst>
                                      </p:cBhvr>
                                      <p:tavLst>
                                        <p:tav tm="0">
                                          <p:val>
                                            <p:strVal val="#ppt_y+0.15"/>
                                          </p:val>
                                        </p:tav>
                                        <p:tav tm="100000">
                                          <p:val>
                                            <p:strVal val="#ppt_y"/>
                                          </p:val>
                                        </p:tav>
                                      </p:tavLst>
                                    </p:anim>
                                    <p:animEffect transition="in" filter="fade">
                                      <p:cBhvr>
                                        <p:cTn id="67" dur="520"/>
                                        <p:tgtEl>
                                          <p:spTgt spid="15"/>
                                        </p:tgtEl>
                                      </p:cBhvr>
                                    </p:animEffect>
                                  </p:childTnLst>
                                </p:cTn>
                              </p:par>
                              <p:par>
                                <p:cTn id="68" presetID="42" presetClass="entr" presetSubtype="0" fill="hold" grpId="0" nodeType="with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20" decel="100000" fill="hold"/>
                                        <p:tgtEl>
                                          <p:spTgt spid="16"/>
                                        </p:tgtEl>
                                        <p:attrNameLst>
                                          <p:attrName>ppt_x</p:attrName>
                                        </p:attrNameLst>
                                      </p:cBhvr>
                                      <p:tavLst>
                                        <p:tav tm="0">
                                          <p:val>
                                            <p:strVal val="#ppt_x"/>
                                          </p:val>
                                        </p:tav>
                                        <p:tav tm="100000">
                                          <p:val>
                                            <p:strVal val="#ppt_x"/>
                                          </p:val>
                                        </p:tav>
                                      </p:tavLst>
                                    </p:anim>
                                    <p:anim calcmode="lin" valueType="num">
                                      <p:cBhvr additive="base">
                                        <p:cTn id="71" dur="520" decel="100000" fill="hold"/>
                                        <p:tgtEl>
                                          <p:spTgt spid="16"/>
                                        </p:tgtEl>
                                        <p:attrNameLst>
                                          <p:attrName>ppt_y</p:attrName>
                                        </p:attrNameLst>
                                      </p:cBhvr>
                                      <p:tavLst>
                                        <p:tav tm="0">
                                          <p:val>
                                            <p:strVal val="#ppt_y+0.15"/>
                                          </p:val>
                                        </p:tav>
                                        <p:tav tm="100000">
                                          <p:val>
                                            <p:strVal val="#ppt_y"/>
                                          </p:val>
                                        </p:tav>
                                      </p:tavLst>
                                    </p:anim>
                                    <p:animEffect transition="in" filter="fade">
                                      <p:cBhvr>
                                        <p:cTn id="72" dur="520"/>
                                        <p:tgtEl>
                                          <p:spTgt spid="16"/>
                                        </p:tgtEl>
                                      </p:cBhvr>
                                    </p:animEffect>
                                  </p:childTnLst>
                                </p:cTn>
                              </p:par>
                              <p:par>
                                <p:cTn id="73" presetID="42" presetClass="entr" presetSubtype="0"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520" decel="100000" fill="hold"/>
                                        <p:tgtEl>
                                          <p:spTgt spid="17"/>
                                        </p:tgtEl>
                                        <p:attrNameLst>
                                          <p:attrName>ppt_x</p:attrName>
                                        </p:attrNameLst>
                                      </p:cBhvr>
                                      <p:tavLst>
                                        <p:tav tm="0">
                                          <p:val>
                                            <p:strVal val="#ppt_x"/>
                                          </p:val>
                                        </p:tav>
                                        <p:tav tm="100000">
                                          <p:val>
                                            <p:strVal val="#ppt_x"/>
                                          </p:val>
                                        </p:tav>
                                      </p:tavLst>
                                    </p:anim>
                                    <p:anim calcmode="lin" valueType="num">
                                      <p:cBhvr additive="base">
                                        <p:cTn id="76" dur="520" decel="100000" fill="hold"/>
                                        <p:tgtEl>
                                          <p:spTgt spid="17"/>
                                        </p:tgtEl>
                                        <p:attrNameLst>
                                          <p:attrName>ppt_y</p:attrName>
                                        </p:attrNameLst>
                                      </p:cBhvr>
                                      <p:tavLst>
                                        <p:tav tm="0">
                                          <p:val>
                                            <p:strVal val="#ppt_y+0.15"/>
                                          </p:val>
                                        </p:tav>
                                        <p:tav tm="100000">
                                          <p:val>
                                            <p:strVal val="#ppt_y"/>
                                          </p:val>
                                        </p:tav>
                                      </p:tavLst>
                                    </p:anim>
                                    <p:animEffect transition="in" filter="fade">
                                      <p:cBhvr>
                                        <p:cTn id="77" dur="520"/>
                                        <p:tgtEl>
                                          <p:spTgt spid="17"/>
                                        </p:tgtEl>
                                      </p:cBhvr>
                                    </p:animEffect>
                                  </p:childTnLst>
                                </p:cTn>
                              </p:par>
                              <p:par>
                                <p:cTn id="78" presetID="42" presetClass="entr" presetSubtype="0" fill="hold" grpId="0" nodeType="withEffect">
                                  <p:stCondLst>
                                    <p:cond delay="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520" decel="100000" fill="hold"/>
                                        <p:tgtEl>
                                          <p:spTgt spid="18"/>
                                        </p:tgtEl>
                                        <p:attrNameLst>
                                          <p:attrName>ppt_x</p:attrName>
                                        </p:attrNameLst>
                                      </p:cBhvr>
                                      <p:tavLst>
                                        <p:tav tm="0">
                                          <p:val>
                                            <p:strVal val="#ppt_x"/>
                                          </p:val>
                                        </p:tav>
                                        <p:tav tm="100000">
                                          <p:val>
                                            <p:strVal val="#ppt_x"/>
                                          </p:val>
                                        </p:tav>
                                      </p:tavLst>
                                    </p:anim>
                                    <p:anim calcmode="lin" valueType="num">
                                      <p:cBhvr additive="base">
                                        <p:cTn id="81" dur="520" decel="100000" fill="hold"/>
                                        <p:tgtEl>
                                          <p:spTgt spid="18"/>
                                        </p:tgtEl>
                                        <p:attrNameLst>
                                          <p:attrName>ppt_y</p:attrName>
                                        </p:attrNameLst>
                                      </p:cBhvr>
                                      <p:tavLst>
                                        <p:tav tm="0">
                                          <p:val>
                                            <p:strVal val="#ppt_y+0.15"/>
                                          </p:val>
                                        </p:tav>
                                        <p:tav tm="100000">
                                          <p:val>
                                            <p:strVal val="#ppt_y"/>
                                          </p:val>
                                        </p:tav>
                                      </p:tavLst>
                                    </p:anim>
                                    <p:animEffect transition="in" filter="fade">
                                      <p:cBhvr>
                                        <p:cTn id="82" dur="520"/>
                                        <p:tgtEl>
                                          <p:spTgt spid="18"/>
                                        </p:tgtEl>
                                      </p:cBhvr>
                                    </p:animEffect>
                                  </p:childTnLst>
                                </p:cTn>
                              </p:par>
                              <p:par>
                                <p:cTn id="83" presetID="42" presetClass="entr" presetSubtype="0" fill="hold" grpId="0" nodeType="withEffect">
                                  <p:stCondLst>
                                    <p:cond delay="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520" decel="100000" fill="hold"/>
                                        <p:tgtEl>
                                          <p:spTgt spid="19"/>
                                        </p:tgtEl>
                                        <p:attrNameLst>
                                          <p:attrName>ppt_x</p:attrName>
                                        </p:attrNameLst>
                                      </p:cBhvr>
                                      <p:tavLst>
                                        <p:tav tm="0">
                                          <p:val>
                                            <p:strVal val="#ppt_x"/>
                                          </p:val>
                                        </p:tav>
                                        <p:tav tm="100000">
                                          <p:val>
                                            <p:strVal val="#ppt_x"/>
                                          </p:val>
                                        </p:tav>
                                      </p:tavLst>
                                    </p:anim>
                                    <p:anim calcmode="lin" valueType="num">
                                      <p:cBhvr additive="base">
                                        <p:cTn id="86" dur="520" decel="100000" fill="hold"/>
                                        <p:tgtEl>
                                          <p:spTgt spid="19"/>
                                        </p:tgtEl>
                                        <p:attrNameLst>
                                          <p:attrName>ppt_y</p:attrName>
                                        </p:attrNameLst>
                                      </p:cBhvr>
                                      <p:tavLst>
                                        <p:tav tm="0">
                                          <p:val>
                                            <p:strVal val="#ppt_y+0.15"/>
                                          </p:val>
                                        </p:tav>
                                        <p:tav tm="100000">
                                          <p:val>
                                            <p:strVal val="#ppt_y"/>
                                          </p:val>
                                        </p:tav>
                                      </p:tavLst>
                                    </p:anim>
                                    <p:animEffect transition="in" filter="fade">
                                      <p:cBhvr>
                                        <p:cTn id="87" dur="520"/>
                                        <p:tgtEl>
                                          <p:spTgt spid="19"/>
                                        </p:tgtEl>
                                      </p:cBhvr>
                                    </p:animEffect>
                                  </p:childTnLst>
                                </p:cTn>
                              </p:par>
                              <p:par>
                                <p:cTn id="88" presetID="42" presetClass="entr" presetSubtype="0" fill="hold" grpId="0" nodeType="withEffect">
                                  <p:stCondLst>
                                    <p:cond delay="0"/>
                                  </p:stCondLst>
                                  <p:childTnLst>
                                    <p:set>
                                      <p:cBhvr>
                                        <p:cTn id="89" dur="1" fill="hold">
                                          <p:stCondLst>
                                            <p:cond delay="0"/>
                                          </p:stCondLst>
                                        </p:cTn>
                                        <p:tgtEl>
                                          <p:spTgt spid="20"/>
                                        </p:tgtEl>
                                        <p:attrNameLst>
                                          <p:attrName>style.visibility</p:attrName>
                                        </p:attrNameLst>
                                      </p:cBhvr>
                                      <p:to>
                                        <p:strVal val="visible"/>
                                      </p:to>
                                    </p:set>
                                    <p:anim calcmode="lin" valueType="num">
                                      <p:cBhvr additive="base">
                                        <p:cTn id="90" dur="520" decel="100000" fill="hold"/>
                                        <p:tgtEl>
                                          <p:spTgt spid="20"/>
                                        </p:tgtEl>
                                        <p:attrNameLst>
                                          <p:attrName>ppt_x</p:attrName>
                                        </p:attrNameLst>
                                      </p:cBhvr>
                                      <p:tavLst>
                                        <p:tav tm="0">
                                          <p:val>
                                            <p:strVal val="#ppt_x"/>
                                          </p:val>
                                        </p:tav>
                                        <p:tav tm="100000">
                                          <p:val>
                                            <p:strVal val="#ppt_x"/>
                                          </p:val>
                                        </p:tav>
                                      </p:tavLst>
                                    </p:anim>
                                    <p:anim calcmode="lin" valueType="num">
                                      <p:cBhvr additive="base">
                                        <p:cTn id="91" dur="520" decel="100000" fill="hold"/>
                                        <p:tgtEl>
                                          <p:spTgt spid="20"/>
                                        </p:tgtEl>
                                        <p:attrNameLst>
                                          <p:attrName>ppt_y</p:attrName>
                                        </p:attrNameLst>
                                      </p:cBhvr>
                                      <p:tavLst>
                                        <p:tav tm="0">
                                          <p:val>
                                            <p:strVal val="#ppt_y+0.15"/>
                                          </p:val>
                                        </p:tav>
                                        <p:tav tm="100000">
                                          <p:val>
                                            <p:strVal val="#ppt_y"/>
                                          </p:val>
                                        </p:tav>
                                      </p:tavLst>
                                    </p:anim>
                                    <p:animEffect transition="in" filter="fade">
                                      <p:cBhvr>
                                        <p:cTn id="92" dur="520"/>
                                        <p:tgtEl>
                                          <p:spTgt spid="20"/>
                                        </p:tgtEl>
                                      </p:cBhvr>
                                    </p:animEffect>
                                  </p:childTnLst>
                                </p:cTn>
                              </p:par>
                            </p:childTnLst>
                          </p:cTn>
                        </p:par>
                        <p:par>
                          <p:cTn id="159" fill="hold">
                            <p:stCondLst>
                              <p:cond delay="760"/>
                            </p:stCondLst>
                            <p:childTnLst>
                              <p:par>
                                <p:cTn id="93" presetID="42" presetClass="entr" presetSubtype="0" fill="hold" grpId="0" nodeType="afterEffect">
                                  <p:stCondLst>
                                    <p:cond delay="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20" decel="100000" fill="hold"/>
                                        <p:tgtEl>
                                          <p:spTgt spid="21"/>
                                        </p:tgtEl>
                                        <p:attrNameLst>
                                          <p:attrName>ppt_x</p:attrName>
                                        </p:attrNameLst>
                                      </p:cBhvr>
                                      <p:tavLst>
                                        <p:tav tm="0">
                                          <p:val>
                                            <p:strVal val="#ppt_x"/>
                                          </p:val>
                                        </p:tav>
                                        <p:tav tm="100000">
                                          <p:val>
                                            <p:strVal val="#ppt_x"/>
                                          </p:val>
                                        </p:tav>
                                      </p:tavLst>
                                    </p:anim>
                                    <p:anim calcmode="lin" valueType="num">
                                      <p:cBhvr additive="base">
                                        <p:cTn id="96" dur="520" decel="100000" fill="hold"/>
                                        <p:tgtEl>
                                          <p:spTgt spid="21"/>
                                        </p:tgtEl>
                                        <p:attrNameLst>
                                          <p:attrName>ppt_y</p:attrName>
                                        </p:attrNameLst>
                                      </p:cBhvr>
                                      <p:tavLst>
                                        <p:tav tm="0">
                                          <p:val>
                                            <p:strVal val="#ppt_y+0.15"/>
                                          </p:val>
                                        </p:tav>
                                        <p:tav tm="100000">
                                          <p:val>
                                            <p:strVal val="#ppt_y"/>
                                          </p:val>
                                        </p:tav>
                                      </p:tavLst>
                                    </p:anim>
                                    <p:animEffect transition="in" filter="fade">
                                      <p:cBhvr>
                                        <p:cTn id="97" dur="520"/>
                                        <p:tgtEl>
                                          <p:spTgt spid="21"/>
                                        </p:tgtEl>
                                      </p:cBhvr>
                                    </p:animEffect>
                                  </p:childTnLst>
                                </p:cTn>
                              </p:par>
                              <p:par>
                                <p:cTn id="98" presetID="42"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 calcmode="lin" valueType="num">
                                      <p:cBhvr additive="base">
                                        <p:cTn id="100" dur="520" decel="100000" fill="hold"/>
                                        <p:tgtEl>
                                          <p:spTgt spid="22"/>
                                        </p:tgtEl>
                                        <p:attrNameLst>
                                          <p:attrName>ppt_x</p:attrName>
                                        </p:attrNameLst>
                                      </p:cBhvr>
                                      <p:tavLst>
                                        <p:tav tm="0">
                                          <p:val>
                                            <p:strVal val="#ppt_x"/>
                                          </p:val>
                                        </p:tav>
                                        <p:tav tm="100000">
                                          <p:val>
                                            <p:strVal val="#ppt_x"/>
                                          </p:val>
                                        </p:tav>
                                      </p:tavLst>
                                    </p:anim>
                                    <p:anim calcmode="lin" valueType="num">
                                      <p:cBhvr additive="base">
                                        <p:cTn id="101" dur="520" decel="100000" fill="hold"/>
                                        <p:tgtEl>
                                          <p:spTgt spid="22"/>
                                        </p:tgtEl>
                                        <p:attrNameLst>
                                          <p:attrName>ppt_y</p:attrName>
                                        </p:attrNameLst>
                                      </p:cBhvr>
                                      <p:tavLst>
                                        <p:tav tm="0">
                                          <p:val>
                                            <p:strVal val="#ppt_y+0.15"/>
                                          </p:val>
                                        </p:tav>
                                        <p:tav tm="100000">
                                          <p:val>
                                            <p:strVal val="#ppt_y"/>
                                          </p:val>
                                        </p:tav>
                                      </p:tavLst>
                                    </p:anim>
                                    <p:animEffect transition="in" filter="fade">
                                      <p:cBhvr>
                                        <p:cTn id="102" dur="520"/>
                                        <p:tgtEl>
                                          <p:spTgt spid="22"/>
                                        </p:tgtEl>
                                      </p:cBhvr>
                                    </p:animEffect>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 calcmode="lin" valueType="num">
                                      <p:cBhvr additive="base">
                                        <p:cTn id="105" dur="520" decel="100000" fill="hold"/>
                                        <p:tgtEl>
                                          <p:spTgt spid="23"/>
                                        </p:tgtEl>
                                        <p:attrNameLst>
                                          <p:attrName>ppt_x</p:attrName>
                                        </p:attrNameLst>
                                      </p:cBhvr>
                                      <p:tavLst>
                                        <p:tav tm="0">
                                          <p:val>
                                            <p:strVal val="#ppt_x"/>
                                          </p:val>
                                        </p:tav>
                                        <p:tav tm="100000">
                                          <p:val>
                                            <p:strVal val="#ppt_x"/>
                                          </p:val>
                                        </p:tav>
                                      </p:tavLst>
                                    </p:anim>
                                    <p:anim calcmode="lin" valueType="num">
                                      <p:cBhvr additive="base">
                                        <p:cTn id="106" dur="520" decel="100000" fill="hold"/>
                                        <p:tgtEl>
                                          <p:spTgt spid="23"/>
                                        </p:tgtEl>
                                        <p:attrNameLst>
                                          <p:attrName>ppt_y</p:attrName>
                                        </p:attrNameLst>
                                      </p:cBhvr>
                                      <p:tavLst>
                                        <p:tav tm="0">
                                          <p:val>
                                            <p:strVal val="#ppt_y+0.15"/>
                                          </p:val>
                                        </p:tav>
                                        <p:tav tm="100000">
                                          <p:val>
                                            <p:strVal val="#ppt_y"/>
                                          </p:val>
                                        </p:tav>
                                      </p:tavLst>
                                    </p:anim>
                                    <p:animEffect transition="in" filter="fade">
                                      <p:cBhvr>
                                        <p:cTn id="107" dur="520"/>
                                        <p:tgtEl>
                                          <p:spTgt spid="23"/>
                                        </p:tgtEl>
                                      </p:cBhvr>
                                    </p:animEffect>
                                  </p:childTnLst>
                                </p:cTn>
                              </p:par>
                              <p:par>
                                <p:cTn id="108" presetID="42" presetClass="entr" presetSubtype="0" fill="hold" grpId="0" nodeType="withEffect">
                                  <p:stCondLst>
                                    <p:cond delay="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20" decel="100000" fill="hold"/>
                                        <p:tgtEl>
                                          <p:spTgt spid="24"/>
                                        </p:tgtEl>
                                        <p:attrNameLst>
                                          <p:attrName>ppt_x</p:attrName>
                                        </p:attrNameLst>
                                      </p:cBhvr>
                                      <p:tavLst>
                                        <p:tav tm="0">
                                          <p:val>
                                            <p:strVal val="#ppt_x"/>
                                          </p:val>
                                        </p:tav>
                                        <p:tav tm="100000">
                                          <p:val>
                                            <p:strVal val="#ppt_x"/>
                                          </p:val>
                                        </p:tav>
                                      </p:tavLst>
                                    </p:anim>
                                    <p:anim calcmode="lin" valueType="num">
                                      <p:cBhvr additive="base">
                                        <p:cTn id="111" dur="520" decel="100000" fill="hold"/>
                                        <p:tgtEl>
                                          <p:spTgt spid="24"/>
                                        </p:tgtEl>
                                        <p:attrNameLst>
                                          <p:attrName>ppt_y</p:attrName>
                                        </p:attrNameLst>
                                      </p:cBhvr>
                                      <p:tavLst>
                                        <p:tav tm="0">
                                          <p:val>
                                            <p:strVal val="#ppt_y+0.15"/>
                                          </p:val>
                                        </p:tav>
                                        <p:tav tm="100000">
                                          <p:val>
                                            <p:strVal val="#ppt_y"/>
                                          </p:val>
                                        </p:tav>
                                      </p:tavLst>
                                    </p:anim>
                                    <p:animEffect transition="in" filter="fade">
                                      <p:cBhvr>
                                        <p:cTn id="112" dur="520"/>
                                        <p:tgtEl>
                                          <p:spTgt spid="24"/>
                                        </p:tgtEl>
                                      </p:cBhvr>
                                    </p:animEffect>
                                  </p:childTnLst>
                                </p:cTn>
                              </p:par>
                              <p:par>
                                <p:cTn id="113" presetID="42"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 calcmode="lin" valueType="num">
                                      <p:cBhvr additive="base">
                                        <p:cTn id="115" dur="520" decel="100000" fill="hold"/>
                                        <p:tgtEl>
                                          <p:spTgt spid="25"/>
                                        </p:tgtEl>
                                        <p:attrNameLst>
                                          <p:attrName>ppt_x</p:attrName>
                                        </p:attrNameLst>
                                      </p:cBhvr>
                                      <p:tavLst>
                                        <p:tav tm="0">
                                          <p:val>
                                            <p:strVal val="#ppt_x"/>
                                          </p:val>
                                        </p:tav>
                                        <p:tav tm="100000">
                                          <p:val>
                                            <p:strVal val="#ppt_x"/>
                                          </p:val>
                                        </p:tav>
                                      </p:tavLst>
                                    </p:anim>
                                    <p:anim calcmode="lin" valueType="num">
                                      <p:cBhvr additive="base">
                                        <p:cTn id="116" dur="520" decel="100000" fill="hold"/>
                                        <p:tgtEl>
                                          <p:spTgt spid="25"/>
                                        </p:tgtEl>
                                        <p:attrNameLst>
                                          <p:attrName>ppt_y</p:attrName>
                                        </p:attrNameLst>
                                      </p:cBhvr>
                                      <p:tavLst>
                                        <p:tav tm="0">
                                          <p:val>
                                            <p:strVal val="#ppt_y+0.15"/>
                                          </p:val>
                                        </p:tav>
                                        <p:tav tm="100000">
                                          <p:val>
                                            <p:strVal val="#ppt_y"/>
                                          </p:val>
                                        </p:tav>
                                      </p:tavLst>
                                    </p:anim>
                                    <p:animEffect transition="in" filter="fade">
                                      <p:cBhvr>
                                        <p:cTn id="117" dur="520"/>
                                        <p:tgtEl>
                                          <p:spTgt spid="25"/>
                                        </p:tgtEl>
                                      </p:cBhvr>
                                    </p:animEffect>
                                  </p:childTnLst>
                                </p:cTn>
                              </p:par>
                              <p:par>
                                <p:cTn id="118" presetID="42" presetClass="entr" presetSubtype="0" fill="hold" grpId="0" nodeType="withEffect">
                                  <p:stCondLst>
                                    <p:cond delay="0"/>
                                  </p:stCondLst>
                                  <p:childTnLst>
                                    <p:set>
                                      <p:cBhvr>
                                        <p:cTn id="119" dur="1" fill="hold">
                                          <p:stCondLst>
                                            <p:cond delay="0"/>
                                          </p:stCondLst>
                                        </p:cTn>
                                        <p:tgtEl>
                                          <p:spTgt spid="26"/>
                                        </p:tgtEl>
                                        <p:attrNameLst>
                                          <p:attrName>style.visibility</p:attrName>
                                        </p:attrNameLst>
                                      </p:cBhvr>
                                      <p:to>
                                        <p:strVal val="visible"/>
                                      </p:to>
                                    </p:set>
                                    <p:anim calcmode="lin" valueType="num">
                                      <p:cBhvr additive="base">
                                        <p:cTn id="120" dur="520" decel="100000" fill="hold"/>
                                        <p:tgtEl>
                                          <p:spTgt spid="26"/>
                                        </p:tgtEl>
                                        <p:attrNameLst>
                                          <p:attrName>ppt_x</p:attrName>
                                        </p:attrNameLst>
                                      </p:cBhvr>
                                      <p:tavLst>
                                        <p:tav tm="0">
                                          <p:val>
                                            <p:strVal val="#ppt_x"/>
                                          </p:val>
                                        </p:tav>
                                        <p:tav tm="100000">
                                          <p:val>
                                            <p:strVal val="#ppt_x"/>
                                          </p:val>
                                        </p:tav>
                                      </p:tavLst>
                                    </p:anim>
                                    <p:anim calcmode="lin" valueType="num">
                                      <p:cBhvr additive="base">
                                        <p:cTn id="121" dur="520" decel="100000" fill="hold"/>
                                        <p:tgtEl>
                                          <p:spTgt spid="26"/>
                                        </p:tgtEl>
                                        <p:attrNameLst>
                                          <p:attrName>ppt_y</p:attrName>
                                        </p:attrNameLst>
                                      </p:cBhvr>
                                      <p:tavLst>
                                        <p:tav tm="0">
                                          <p:val>
                                            <p:strVal val="#ppt_y+0.15"/>
                                          </p:val>
                                        </p:tav>
                                        <p:tav tm="100000">
                                          <p:val>
                                            <p:strVal val="#ppt_y"/>
                                          </p:val>
                                        </p:tav>
                                      </p:tavLst>
                                    </p:anim>
                                    <p:animEffect transition="in" filter="fade">
                                      <p:cBhvr>
                                        <p:cTn id="122" dur="520"/>
                                        <p:tgtEl>
                                          <p:spTgt spid="26"/>
                                        </p:tgtEl>
                                      </p:cBhvr>
                                    </p:animEffect>
                                  </p:childTnLst>
                                </p:cTn>
                              </p:par>
                              <p:par>
                                <p:cTn id="123" presetID="42" presetClass="entr" presetSubtype="0" fill="hold" grpId="0" nodeType="withEffect">
                                  <p:stCondLst>
                                    <p:cond delay="0"/>
                                  </p:stCondLst>
                                  <p:childTnLst>
                                    <p:set>
                                      <p:cBhvr>
                                        <p:cTn id="124" dur="1" fill="hold">
                                          <p:stCondLst>
                                            <p:cond delay="0"/>
                                          </p:stCondLst>
                                        </p:cTn>
                                        <p:tgtEl>
                                          <p:spTgt spid="27"/>
                                        </p:tgtEl>
                                        <p:attrNameLst>
                                          <p:attrName>style.visibility</p:attrName>
                                        </p:attrNameLst>
                                      </p:cBhvr>
                                      <p:to>
                                        <p:strVal val="visible"/>
                                      </p:to>
                                    </p:set>
                                    <p:anim calcmode="lin" valueType="num">
                                      <p:cBhvr additive="base">
                                        <p:cTn id="125" dur="520" decel="100000" fill="hold"/>
                                        <p:tgtEl>
                                          <p:spTgt spid="27"/>
                                        </p:tgtEl>
                                        <p:attrNameLst>
                                          <p:attrName>ppt_x</p:attrName>
                                        </p:attrNameLst>
                                      </p:cBhvr>
                                      <p:tavLst>
                                        <p:tav tm="0">
                                          <p:val>
                                            <p:strVal val="#ppt_x"/>
                                          </p:val>
                                        </p:tav>
                                        <p:tav tm="100000">
                                          <p:val>
                                            <p:strVal val="#ppt_x"/>
                                          </p:val>
                                        </p:tav>
                                      </p:tavLst>
                                    </p:anim>
                                    <p:anim calcmode="lin" valueType="num">
                                      <p:cBhvr additive="base">
                                        <p:cTn id="126" dur="520" decel="100000" fill="hold"/>
                                        <p:tgtEl>
                                          <p:spTgt spid="27"/>
                                        </p:tgtEl>
                                        <p:attrNameLst>
                                          <p:attrName>ppt_y</p:attrName>
                                        </p:attrNameLst>
                                      </p:cBhvr>
                                      <p:tavLst>
                                        <p:tav tm="0">
                                          <p:val>
                                            <p:strVal val="#ppt_y+0.15"/>
                                          </p:val>
                                        </p:tav>
                                        <p:tav tm="100000">
                                          <p:val>
                                            <p:strVal val="#ppt_y"/>
                                          </p:val>
                                        </p:tav>
                                      </p:tavLst>
                                    </p:anim>
                                    <p:animEffect transition="in" filter="fade">
                                      <p:cBhvr>
                                        <p:cTn id="127" dur="520"/>
                                        <p:tgtEl>
                                          <p:spTgt spid="27"/>
                                        </p:tgtEl>
                                      </p:cBhvr>
                                    </p:animEffect>
                                  </p:childTnLst>
                                </p:cTn>
                              </p:par>
                              <p:par>
                                <p:cTn id="128" presetID="42" presetClass="entr" presetSubtype="0" fill="hold" grpId="0" nodeType="withEffect">
                                  <p:stCondLst>
                                    <p:cond delay="0"/>
                                  </p:stCondLst>
                                  <p:childTnLst>
                                    <p:set>
                                      <p:cBhvr>
                                        <p:cTn id="129" dur="1" fill="hold">
                                          <p:stCondLst>
                                            <p:cond delay="0"/>
                                          </p:stCondLst>
                                        </p:cTn>
                                        <p:tgtEl>
                                          <p:spTgt spid="28"/>
                                        </p:tgtEl>
                                        <p:attrNameLst>
                                          <p:attrName>style.visibility</p:attrName>
                                        </p:attrNameLst>
                                      </p:cBhvr>
                                      <p:to>
                                        <p:strVal val="visible"/>
                                      </p:to>
                                    </p:set>
                                    <p:anim calcmode="lin" valueType="num">
                                      <p:cBhvr additive="base">
                                        <p:cTn id="130" dur="520" decel="100000" fill="hold"/>
                                        <p:tgtEl>
                                          <p:spTgt spid="28"/>
                                        </p:tgtEl>
                                        <p:attrNameLst>
                                          <p:attrName>ppt_x</p:attrName>
                                        </p:attrNameLst>
                                      </p:cBhvr>
                                      <p:tavLst>
                                        <p:tav tm="0">
                                          <p:val>
                                            <p:strVal val="#ppt_x"/>
                                          </p:val>
                                        </p:tav>
                                        <p:tav tm="100000">
                                          <p:val>
                                            <p:strVal val="#ppt_x"/>
                                          </p:val>
                                        </p:tav>
                                      </p:tavLst>
                                    </p:anim>
                                    <p:anim calcmode="lin" valueType="num">
                                      <p:cBhvr additive="base">
                                        <p:cTn id="131" dur="520" decel="100000" fill="hold"/>
                                        <p:tgtEl>
                                          <p:spTgt spid="28"/>
                                        </p:tgtEl>
                                        <p:attrNameLst>
                                          <p:attrName>ppt_y</p:attrName>
                                        </p:attrNameLst>
                                      </p:cBhvr>
                                      <p:tavLst>
                                        <p:tav tm="0">
                                          <p:val>
                                            <p:strVal val="#ppt_y+0.15"/>
                                          </p:val>
                                        </p:tav>
                                        <p:tav tm="100000">
                                          <p:val>
                                            <p:strVal val="#ppt_y"/>
                                          </p:val>
                                        </p:tav>
                                      </p:tavLst>
                                    </p:anim>
                                    <p:animEffect transition="in" filter="fade">
                                      <p:cBhvr>
                                        <p:cTn id="132" dur="520"/>
                                        <p:tgtEl>
                                          <p:spTgt spid="28"/>
                                        </p:tgtEl>
                                      </p:cBhvr>
                                    </p:animEffect>
                                  </p:childTnLst>
                                </p:cTn>
                              </p:par>
                            </p:childTnLst>
                          </p:cTn>
                        </p:par>
                        <p:par>
                          <p:cTn id="160" fill="hold">
                            <p:stCondLst>
                              <p:cond delay="1140"/>
                            </p:stCondLst>
                            <p:childTnLst>
                              <p:par>
                                <p:cTn id="133" presetID="10" presetClass="entr" presetSubtype="0" fill="hold" grpId="0" nodeType="afterEffect">
                                  <p:stCondLst>
                                    <p:cond delay="0"/>
                                  </p:stCondLst>
                                  <p:childTnLst>
                                    <p:set>
                                      <p:cBhvr>
                                        <p:cTn id="134" dur="1" fill="hold">
                                          <p:stCondLst>
                                            <p:cond delay="0"/>
                                          </p:stCondLst>
                                        </p:cTn>
                                        <p:tgtEl>
                                          <p:spTgt spid="29"/>
                                        </p:tgtEl>
                                        <p:attrNameLst>
                                          <p:attrName>style.visibility</p:attrName>
                                        </p:attrNameLst>
                                      </p:cBhvr>
                                      <p:to>
                                        <p:strVal val="visible"/>
                                      </p:to>
                                    </p:set>
                                    <p:animEffect transition="in" filter="fade">
                                      <p:cBhvr>
                                        <p:cTn id="135" dur="520"/>
                                        <p:tgtEl>
                                          <p:spTgt spid="29"/>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30"/>
                                        </p:tgtEl>
                                        <p:attrNameLst>
                                          <p:attrName>style.visibility</p:attrName>
                                        </p:attrNameLst>
                                      </p:cBhvr>
                                      <p:to>
                                        <p:strVal val="visible"/>
                                      </p:to>
                                    </p:set>
                                    <p:animEffect transition="in" filter="fade">
                                      <p:cBhvr>
                                        <p:cTn id="138" dur="520"/>
                                        <p:tgtEl>
                                          <p:spTgt spid="30"/>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31"/>
                                        </p:tgtEl>
                                        <p:attrNameLst>
                                          <p:attrName>style.visibility</p:attrName>
                                        </p:attrNameLst>
                                      </p:cBhvr>
                                      <p:to>
                                        <p:strVal val="visible"/>
                                      </p:to>
                                    </p:set>
                                    <p:animEffect transition="in" filter="fade">
                                      <p:cBhvr>
                                        <p:cTn id="141" dur="520"/>
                                        <p:tgtEl>
                                          <p:spTgt spid="31"/>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32"/>
                                        </p:tgtEl>
                                        <p:attrNameLst>
                                          <p:attrName>style.visibility</p:attrName>
                                        </p:attrNameLst>
                                      </p:cBhvr>
                                      <p:to>
                                        <p:strVal val="visible"/>
                                      </p:to>
                                    </p:set>
                                    <p:animEffect transition="in" filter="fade">
                                      <p:cBhvr>
                                        <p:cTn id="144" dur="520"/>
                                        <p:tgtEl>
                                          <p:spTgt spid="32"/>
                                        </p:tgtEl>
                                      </p:cBhvr>
                                    </p:animEffect>
                                  </p:childTnLst>
                                </p:cTn>
                              </p:par>
                            </p:childTnLst>
                          </p:cTn>
                        </p:par>
                        <p:par>
                          <p:cTn id="161" fill="hold">
                            <p:stCondLst>
                              <p:cond delay="1520"/>
                            </p:stCondLst>
                            <p:childTnLst>
                              <p:par>
                                <p:cTn id="145" presetID="10" presetClass="entr" presetSubtype="0" fill="hold" grpId="0" nodeType="afterEffect">
                                  <p:stCondLst>
                                    <p:cond delay="0"/>
                                  </p:stCondLst>
                                  <p:childTnLst>
                                    <p:set>
                                      <p:cBhvr>
                                        <p:cTn id="146" dur="1" fill="hold">
                                          <p:stCondLst>
                                            <p:cond delay="0"/>
                                          </p:stCondLst>
                                        </p:cTn>
                                        <p:tgtEl>
                                          <p:spTgt spid="33"/>
                                        </p:tgtEl>
                                        <p:attrNameLst>
                                          <p:attrName>style.visibility</p:attrName>
                                        </p:attrNameLst>
                                      </p:cBhvr>
                                      <p:to>
                                        <p:strVal val="visible"/>
                                      </p:to>
                                    </p:set>
                                    <p:animEffect transition="in" filter="fade">
                                      <p:cBhvr>
                                        <p:cTn id="147" dur="520"/>
                                        <p:tgtEl>
                                          <p:spTgt spid="33"/>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34"/>
                                        </p:tgtEl>
                                        <p:attrNameLst>
                                          <p:attrName>style.visibility</p:attrName>
                                        </p:attrNameLst>
                                      </p:cBhvr>
                                      <p:to>
                                        <p:strVal val="visible"/>
                                      </p:to>
                                    </p:set>
                                    <p:animEffect transition="in" filter="fade">
                                      <p:cBhvr>
                                        <p:cTn id="150" dur="520"/>
                                        <p:tgtEl>
                                          <p:spTgt spid="34"/>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35"/>
                                        </p:tgtEl>
                                        <p:attrNameLst>
                                          <p:attrName>style.visibility</p:attrName>
                                        </p:attrNameLst>
                                      </p:cBhvr>
                                      <p:to>
                                        <p:strVal val="visible"/>
                                      </p:to>
                                    </p:set>
                                    <p:animEffect transition="in" filter="fade">
                                      <p:cBhvr>
                                        <p:cTn id="153" dur="520"/>
                                        <p:tgtEl>
                                          <p:spTgt spid="35"/>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36"/>
                                        </p:tgtEl>
                                        <p:attrNameLst>
                                          <p:attrName>style.visibility</p:attrName>
                                        </p:attrNameLst>
                                      </p:cBhvr>
                                      <p:to>
                                        <p:strVal val="visible"/>
                                      </p:to>
                                    </p:set>
                                    <p:animEffect transition="in" filter="fade">
                                      <p:cBhvr>
                                        <p:cTn id="156" dur="5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P spid="30" grpId="0" animBg="1"/>
      <p:bldP spid="32" grpId="0" animBg="1"/>
      <p:bldP spid="33" grpId="0" animBg="1"/>
      <p:bldP spid="34" grpId="0" animBg="1"/>
      <p:bldP spid="3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77240"/>
          </a:xfrm>
          <a:prstGeom prst="rect">
            <a:avLst/>
          </a:prstGeom>
          <a:noFill/>
          <a:ln/>
        </p:spPr>
        <p:txBody>
          <a:bodyPr wrap="square" lIns="0" tIns="0" rIns="0" bIns="0" rtlCol="0" anchor="ctr"/>
          <a:lstStyle/>
          <a:p>
            <a:pPr algn="l" indent="0" marL="0">
              <a:buNone/>
            </a:pPr>
            <a:r>
              <a:rPr lang="en-US" sz="3600" b="1" dirty="0">
                <a:solidFill>
                  <a:schemeClr val="tx1"/>
                </a:solidFill>
              </a:rPr>
              <a:t>The backend owns onboarding state</a:t>
            </a:r>
            <a:endParaRPr lang="en-US" sz="3600" dirty="0"/>
          </a:p>
        </p:txBody>
      </p:sp>
      <p:sp>
        <p:nvSpPr>
          <p:cNvPr id="3" name="a01z_r0"/>
          <p:cNvSpPr/>
          <p:nvPr/>
        </p:nvSpPr>
        <p:spPr>
          <a:xfrm>
            <a:off x="457200" y="1371600"/>
            <a:ext cx="3566160" cy="2194560"/>
          </a:xfrm>
          <a:prstGeom prst="roundRect">
            <a:avLst>
              <a:gd name="adj" fmla="val 5000"/>
            </a:avLst>
          </a:prstGeom>
          <a:solidFill>
            <a:schemeClr val="accent1">
              <a:alpha val="28000"/>
            </a:schemeClr>
          </a:solidFill>
          <a:ln w="19050">
            <a:solidFill>
              <a:schemeClr val="accent1"/>
            </a:solidFill>
            <a:prstDash val="solid"/>
          </a:ln>
        </p:spPr>
      </p:sp>
      <p:sp>
        <p:nvSpPr>
          <p:cNvPr id="4" name="a01z_rb0"/>
          <p:cNvSpPr/>
          <p:nvPr/>
        </p:nvSpPr>
        <p:spPr>
          <a:xfrm>
            <a:off x="731520" y="1645920"/>
            <a:ext cx="731520" cy="731520"/>
          </a:xfrm>
          <a:prstGeom prst="ellipse">
            <a:avLst/>
          </a:prstGeom>
          <a:solidFill>
            <a:schemeClr val="accent1"/>
          </a:solidFill>
          <a:ln/>
        </p:spPr>
      </p:sp>
      <p:pic>
        <p:nvPicPr>
          <p:cNvPr id="5" name="a01z_rb0_i" descr="preencoded.png">    </p:cNvPr>
          <p:cNvPicPr>
            <a:picLocks noChangeAspect="1"/>
          </p:cNvPicPr>
          <p:nvPr/>
        </p:nvPicPr>
        <p:blipFill>
          <a:blip r:embed="rId1"/>
          <a:stretch>
            <a:fillRect/>
          </a:stretch>
        </p:blipFill>
        <p:spPr>
          <a:xfrm>
            <a:off x="921715" y="1836115"/>
            <a:ext cx="351130" cy="351130"/>
          </a:xfrm>
          <a:prstGeom prst="rect">
            <a:avLst/>
          </a:prstGeom>
        </p:spPr>
      </p:pic>
      <p:sp>
        <p:nvSpPr>
          <p:cNvPr id="6" name="a01z_rh0"/>
          <p:cNvSpPr txBox="1"/>
          <p:nvPr/>
        </p:nvSpPr>
        <p:spPr>
          <a:xfrm>
            <a:off x="1645920" y="1645920"/>
            <a:ext cx="2240280" cy="731520"/>
          </a:xfrm>
          <a:prstGeom prst="rect">
            <a:avLst/>
          </a:prstGeom>
          <a:noFill/>
          <a:ln/>
        </p:spPr>
        <p:txBody>
          <a:bodyPr wrap="square" lIns="0" tIns="0" rIns="0" bIns="0" rtlCol="0" anchor="ctr"/>
          <a:lstStyle/>
          <a:p>
            <a:pPr algn="l" indent="0" marL="0">
              <a:buNone/>
            </a:pPr>
            <a:r>
              <a:rPr lang="en-US" sz="2000" b="1" dirty="0">
                <a:solidFill>
                  <a:schemeClr val="tx1"/>
                </a:solidFill>
              </a:rPr>
              <a:t>Server-side gate</a:t>
            </a:r>
            <a:endParaRPr lang="en-US" sz="2000" dirty="0"/>
          </a:p>
        </p:txBody>
      </p:sp>
      <p:sp>
        <p:nvSpPr>
          <p:cNvPr id="7" name="a01z_rd0"/>
          <p:cNvSpPr txBox="1"/>
          <p:nvPr/>
        </p:nvSpPr>
        <p:spPr>
          <a:xfrm>
            <a:off x="731520" y="2560320"/>
            <a:ext cx="3017520" cy="822960"/>
          </a:xfrm>
          <a:prstGeom prst="rect">
            <a:avLst/>
          </a:prstGeom>
          <a:noFill/>
          <a:ln/>
        </p:spPr>
        <p:txBody>
          <a:bodyPr wrap="square" lIns="0" tIns="0" rIns="0" bIns="0" rtlCol="0" anchor="t"/>
          <a:lstStyle/>
          <a:p>
            <a:pPr algn="l" indent="0" marL="0">
              <a:buNone/>
            </a:pPr>
            <a:r>
              <a:rPr lang="en-US" sz="1600" dirty="0">
                <a:solidFill>
                  <a:schemeClr val="tx2"/>
                </a:solidFill>
              </a:rPr>
              <a:t>Search, messages, offers and plans return 403 until the check is Clear.</a:t>
            </a:r>
            <a:endParaRPr lang="en-US" sz="1600" dirty="0"/>
          </a:p>
        </p:txBody>
      </p:sp>
      <p:sp>
        <p:nvSpPr>
          <p:cNvPr id="8" name="a02z_r1"/>
          <p:cNvSpPr/>
          <p:nvPr/>
        </p:nvSpPr>
        <p:spPr>
          <a:xfrm>
            <a:off x="4297680" y="1371600"/>
            <a:ext cx="3566160" cy="2194560"/>
          </a:xfrm>
          <a:prstGeom prst="roundRect">
            <a:avLst>
              <a:gd name="adj" fmla="val 5000"/>
            </a:avLst>
          </a:prstGeom>
          <a:solidFill>
            <a:schemeClr val="accent2">
              <a:alpha val="28000"/>
            </a:schemeClr>
          </a:solidFill>
          <a:ln w="19050">
            <a:solidFill>
              <a:schemeClr val="accent2"/>
            </a:solidFill>
            <a:prstDash val="solid"/>
          </a:ln>
        </p:spPr>
      </p:sp>
      <p:sp>
        <p:nvSpPr>
          <p:cNvPr id="9" name="a02z_rb1"/>
          <p:cNvSpPr/>
          <p:nvPr/>
        </p:nvSpPr>
        <p:spPr>
          <a:xfrm>
            <a:off x="4572000" y="1645920"/>
            <a:ext cx="731520" cy="731520"/>
          </a:xfrm>
          <a:prstGeom prst="ellipse">
            <a:avLst/>
          </a:prstGeom>
          <a:solidFill>
            <a:schemeClr val="accent2"/>
          </a:solidFill>
          <a:ln/>
        </p:spPr>
      </p:sp>
      <p:pic>
        <p:nvPicPr>
          <p:cNvPr id="10" name="a02z_rb1_i" descr="preencoded.png">    </p:cNvPr>
          <p:cNvPicPr>
            <a:picLocks noChangeAspect="1"/>
          </p:cNvPicPr>
          <p:nvPr/>
        </p:nvPicPr>
        <p:blipFill>
          <a:blip r:embed="rId2"/>
          <a:stretch>
            <a:fillRect/>
          </a:stretch>
        </p:blipFill>
        <p:spPr>
          <a:xfrm>
            <a:off x="4762195" y="1836115"/>
            <a:ext cx="351130" cy="351130"/>
          </a:xfrm>
          <a:prstGeom prst="rect">
            <a:avLst/>
          </a:prstGeom>
        </p:spPr>
      </p:pic>
      <p:sp>
        <p:nvSpPr>
          <p:cNvPr id="11" name="a02z_rh1"/>
          <p:cNvSpPr txBox="1"/>
          <p:nvPr/>
        </p:nvSpPr>
        <p:spPr>
          <a:xfrm>
            <a:off x="5486400" y="1645920"/>
            <a:ext cx="2240280" cy="731520"/>
          </a:xfrm>
          <a:prstGeom prst="rect">
            <a:avLst/>
          </a:prstGeom>
          <a:noFill/>
          <a:ln/>
        </p:spPr>
        <p:txBody>
          <a:bodyPr wrap="square" lIns="0" tIns="0" rIns="0" bIns="0" rtlCol="0" anchor="ctr"/>
          <a:lstStyle/>
          <a:p>
            <a:pPr algn="l" indent="0" marL="0">
              <a:buNone/>
            </a:pPr>
            <a:r>
              <a:rPr lang="en-US" sz="2000" b="1" dirty="0">
                <a:solidFill>
                  <a:schemeClr val="tx1"/>
                </a:solidFill>
              </a:rPr>
              <a:t>Webhooks are the source</a:t>
            </a:r>
            <a:endParaRPr lang="en-US" sz="2000" dirty="0"/>
          </a:p>
        </p:txBody>
      </p:sp>
      <p:sp>
        <p:nvSpPr>
          <p:cNvPr id="12" name="a02z_rd1"/>
          <p:cNvSpPr txBox="1"/>
          <p:nvPr/>
        </p:nvSpPr>
        <p:spPr>
          <a:xfrm>
            <a:off x="4572000" y="2560320"/>
            <a:ext cx="3017520" cy="822960"/>
          </a:xfrm>
          <a:prstGeom prst="rect">
            <a:avLst/>
          </a:prstGeom>
          <a:noFill/>
          <a:ln/>
        </p:spPr>
        <p:txBody>
          <a:bodyPr wrap="square" lIns="0" tIns="0" rIns="0" bIns="0" rtlCol="0" anchor="t"/>
          <a:lstStyle/>
          <a:p>
            <a:pPr algn="l" indent="0" marL="0">
              <a:buNone/>
            </a:pPr>
            <a:r>
              <a:rPr lang="en-US" sz="1600" dirty="0">
                <a:solidFill>
                  <a:schemeClr val="tx2"/>
                </a:solidFill>
              </a:rPr>
              <a:t>Checkr webhooks set status; the app never guesses from the form.</a:t>
            </a:r>
            <a:endParaRPr lang="en-US" sz="1600" dirty="0"/>
          </a:p>
        </p:txBody>
      </p:sp>
      <p:sp>
        <p:nvSpPr>
          <p:cNvPr id="13" name="a03z_r2"/>
          <p:cNvSpPr/>
          <p:nvPr/>
        </p:nvSpPr>
        <p:spPr>
          <a:xfrm>
            <a:off x="8138160" y="1371600"/>
            <a:ext cx="3566160" cy="2194560"/>
          </a:xfrm>
          <a:prstGeom prst="roundRect">
            <a:avLst>
              <a:gd name="adj" fmla="val 5000"/>
            </a:avLst>
          </a:prstGeom>
          <a:solidFill>
            <a:schemeClr val="accent4">
              <a:alpha val="28000"/>
            </a:schemeClr>
          </a:solidFill>
          <a:ln w="19050">
            <a:solidFill>
              <a:schemeClr val="accent4"/>
            </a:solidFill>
            <a:prstDash val="solid"/>
          </a:ln>
        </p:spPr>
      </p:sp>
      <p:sp>
        <p:nvSpPr>
          <p:cNvPr id="14" name="a03z_rb2"/>
          <p:cNvSpPr/>
          <p:nvPr/>
        </p:nvSpPr>
        <p:spPr>
          <a:xfrm>
            <a:off x="8412480" y="1645920"/>
            <a:ext cx="731520" cy="731520"/>
          </a:xfrm>
          <a:prstGeom prst="ellipse">
            <a:avLst/>
          </a:prstGeom>
          <a:solidFill>
            <a:schemeClr val="accent4"/>
          </a:solidFill>
          <a:ln/>
        </p:spPr>
      </p:sp>
      <p:pic>
        <p:nvPicPr>
          <p:cNvPr id="15" name="a03z_rb2_i" descr="preencoded.png">    </p:cNvPr>
          <p:cNvPicPr>
            <a:picLocks noChangeAspect="1"/>
          </p:cNvPicPr>
          <p:nvPr/>
        </p:nvPicPr>
        <p:blipFill>
          <a:blip r:embed="rId3"/>
          <a:stretch>
            <a:fillRect/>
          </a:stretch>
        </p:blipFill>
        <p:spPr>
          <a:xfrm>
            <a:off x="8602675" y="1836115"/>
            <a:ext cx="351130" cy="351130"/>
          </a:xfrm>
          <a:prstGeom prst="rect">
            <a:avLst/>
          </a:prstGeom>
        </p:spPr>
      </p:pic>
      <p:sp>
        <p:nvSpPr>
          <p:cNvPr id="16" name="a03z_rh2"/>
          <p:cNvSpPr txBox="1"/>
          <p:nvPr/>
        </p:nvSpPr>
        <p:spPr>
          <a:xfrm>
            <a:off x="9326880" y="1645920"/>
            <a:ext cx="2240280" cy="731520"/>
          </a:xfrm>
          <a:prstGeom prst="rect">
            <a:avLst/>
          </a:prstGeom>
          <a:noFill/>
          <a:ln/>
        </p:spPr>
        <p:txBody>
          <a:bodyPr wrap="square" lIns="0" tIns="0" rIns="0" bIns="0" rtlCol="0" anchor="ctr"/>
          <a:lstStyle/>
          <a:p>
            <a:pPr algn="l" indent="0" marL="0">
              <a:buNone/>
            </a:pPr>
            <a:r>
              <a:rPr lang="en-US" sz="2000" b="1" dirty="0">
                <a:solidFill>
                  <a:schemeClr val="tx1"/>
                </a:solidFill>
              </a:rPr>
              <a:t>Seeker data stays hidden</a:t>
            </a:r>
            <a:endParaRPr lang="en-US" sz="2000" dirty="0"/>
          </a:p>
        </p:txBody>
      </p:sp>
      <p:sp>
        <p:nvSpPr>
          <p:cNvPr id="17" name="a03z_rd2"/>
          <p:cNvSpPr txBox="1"/>
          <p:nvPr/>
        </p:nvSpPr>
        <p:spPr>
          <a:xfrm>
            <a:off x="8412480" y="2560320"/>
            <a:ext cx="3017520" cy="822960"/>
          </a:xfrm>
          <a:prstGeom prst="rect">
            <a:avLst/>
          </a:prstGeom>
          <a:noFill/>
          <a:ln/>
        </p:spPr>
        <p:txBody>
          <a:bodyPr wrap="square" lIns="0" tIns="0" rIns="0" bIns="0" rtlCol="0" anchor="t"/>
          <a:lstStyle/>
          <a:p>
            <a:pPr algn="l" indent="0" marL="0">
              <a:buNone/>
            </a:pPr>
            <a:r>
              <a:rPr lang="en-US" sz="1600" dirty="0">
                <a:solidFill>
                  <a:schemeClr val="tx2"/>
                </a:solidFill>
              </a:rPr>
              <a:t>Unverified providers see demand without names, addresses or phones.</a:t>
            </a:r>
            <a:endParaRPr lang="en-US" sz="1600" dirty="0"/>
          </a:p>
        </p:txBody>
      </p:sp>
      <p:sp>
        <p:nvSpPr>
          <p:cNvPr id="18" name="a04z_r3"/>
          <p:cNvSpPr/>
          <p:nvPr/>
        </p:nvSpPr>
        <p:spPr>
          <a:xfrm>
            <a:off x="457200" y="3794760"/>
            <a:ext cx="3566160" cy="2194560"/>
          </a:xfrm>
          <a:prstGeom prst="roundRect">
            <a:avLst>
              <a:gd name="adj" fmla="val 5000"/>
            </a:avLst>
          </a:prstGeom>
          <a:solidFill>
            <a:schemeClr val="accent3">
              <a:alpha val="28000"/>
            </a:schemeClr>
          </a:solidFill>
          <a:ln w="19050">
            <a:solidFill>
              <a:schemeClr val="accent3"/>
            </a:solidFill>
            <a:prstDash val="solid"/>
          </a:ln>
        </p:spPr>
      </p:sp>
      <p:sp>
        <p:nvSpPr>
          <p:cNvPr id="19" name="a04z_rb3"/>
          <p:cNvSpPr/>
          <p:nvPr/>
        </p:nvSpPr>
        <p:spPr>
          <a:xfrm>
            <a:off x="731520" y="4069080"/>
            <a:ext cx="731520" cy="731520"/>
          </a:xfrm>
          <a:prstGeom prst="ellipse">
            <a:avLst/>
          </a:prstGeom>
          <a:solidFill>
            <a:schemeClr val="accent3"/>
          </a:solidFill>
          <a:ln/>
        </p:spPr>
      </p:sp>
      <p:pic>
        <p:nvPicPr>
          <p:cNvPr id="20" name="a04z_rb3_i" descr="preencoded.png">    </p:cNvPr>
          <p:cNvPicPr>
            <a:picLocks noChangeAspect="1"/>
          </p:cNvPicPr>
          <p:nvPr/>
        </p:nvPicPr>
        <p:blipFill>
          <a:blip r:embed="rId4"/>
          <a:stretch>
            <a:fillRect/>
          </a:stretch>
        </p:blipFill>
        <p:spPr>
          <a:xfrm>
            <a:off x="921715" y="4259275"/>
            <a:ext cx="351130" cy="351130"/>
          </a:xfrm>
          <a:prstGeom prst="rect">
            <a:avLst/>
          </a:prstGeom>
        </p:spPr>
      </p:pic>
      <p:sp>
        <p:nvSpPr>
          <p:cNvPr id="21" name="a04z_rh3"/>
          <p:cNvSpPr txBox="1"/>
          <p:nvPr/>
        </p:nvSpPr>
        <p:spPr>
          <a:xfrm>
            <a:off x="1645920" y="4069080"/>
            <a:ext cx="2240280" cy="731520"/>
          </a:xfrm>
          <a:prstGeom prst="rect">
            <a:avLst/>
          </a:prstGeom>
          <a:noFill/>
          <a:ln/>
        </p:spPr>
        <p:txBody>
          <a:bodyPr wrap="square" lIns="0" tIns="0" rIns="0" bIns="0" rtlCol="0" anchor="ctr"/>
          <a:lstStyle/>
          <a:p>
            <a:pPr algn="l" indent="0" marL="0">
              <a:buNone/>
            </a:pPr>
            <a:r>
              <a:rPr lang="en-US" sz="2000" b="1" dirty="0">
                <a:solidFill>
                  <a:schemeClr val="tx1"/>
                </a:solidFill>
              </a:rPr>
              <a:t>Notify and deep link</a:t>
            </a:r>
            <a:endParaRPr lang="en-US" sz="2000" dirty="0"/>
          </a:p>
        </p:txBody>
      </p:sp>
      <p:sp>
        <p:nvSpPr>
          <p:cNvPr id="22" name="a04z_rd3"/>
          <p:cNvSpPr txBox="1"/>
          <p:nvPr/>
        </p:nvSpPr>
        <p:spPr>
          <a:xfrm>
            <a:off x="731520" y="4983480"/>
            <a:ext cx="3017520" cy="822960"/>
          </a:xfrm>
          <a:prstGeom prst="rect">
            <a:avLst/>
          </a:prstGeom>
          <a:noFill/>
          <a:ln/>
        </p:spPr>
        <p:txBody>
          <a:bodyPr wrap="square" lIns="0" tIns="0" rIns="0" bIns="0" rtlCol="0" anchor="t"/>
          <a:lstStyle/>
          <a:p>
            <a:pPr algn="l" indent="0" marL="0">
              <a:buNone/>
            </a:pPr>
            <a:r>
              <a:rPr lang="en-US" sz="1600" dirty="0">
                <a:solidFill>
                  <a:schemeClr val="tx2"/>
                </a:solidFill>
              </a:rPr>
              <a:t>Push and email on every result, landing on the right step.</a:t>
            </a:r>
            <a:endParaRPr lang="en-US" sz="1600" dirty="0"/>
          </a:p>
        </p:txBody>
      </p:sp>
      <p:sp>
        <p:nvSpPr>
          <p:cNvPr id="23" name="a05z_r4"/>
          <p:cNvSpPr/>
          <p:nvPr/>
        </p:nvSpPr>
        <p:spPr>
          <a:xfrm>
            <a:off x="4297680" y="3794760"/>
            <a:ext cx="3566160" cy="2194560"/>
          </a:xfrm>
          <a:prstGeom prst="roundRect">
            <a:avLst>
              <a:gd name="adj" fmla="val 5000"/>
            </a:avLst>
          </a:prstGeom>
          <a:solidFill>
            <a:schemeClr val="accent5">
              <a:alpha val="28000"/>
            </a:schemeClr>
          </a:solidFill>
          <a:ln w="19050">
            <a:solidFill>
              <a:schemeClr val="accent5"/>
            </a:solidFill>
            <a:prstDash val="solid"/>
          </a:ln>
        </p:spPr>
      </p:sp>
      <p:sp>
        <p:nvSpPr>
          <p:cNvPr id="24" name="a05z_rb4"/>
          <p:cNvSpPr/>
          <p:nvPr/>
        </p:nvSpPr>
        <p:spPr>
          <a:xfrm>
            <a:off x="4572000" y="4069080"/>
            <a:ext cx="731520" cy="731520"/>
          </a:xfrm>
          <a:prstGeom prst="ellipse">
            <a:avLst/>
          </a:prstGeom>
          <a:solidFill>
            <a:schemeClr val="accent5"/>
          </a:solidFill>
          <a:ln/>
        </p:spPr>
      </p:sp>
      <p:pic>
        <p:nvPicPr>
          <p:cNvPr id="25" name="a05z_rb4_i" descr="preencoded.png">    </p:cNvPr>
          <p:cNvPicPr>
            <a:picLocks noChangeAspect="1"/>
          </p:cNvPicPr>
          <p:nvPr/>
        </p:nvPicPr>
        <p:blipFill>
          <a:blip r:embed="rId5"/>
          <a:stretch>
            <a:fillRect/>
          </a:stretch>
        </p:blipFill>
        <p:spPr>
          <a:xfrm>
            <a:off x="4762195" y="4259275"/>
            <a:ext cx="351130" cy="351130"/>
          </a:xfrm>
          <a:prstGeom prst="rect">
            <a:avLst/>
          </a:prstGeom>
        </p:spPr>
      </p:pic>
      <p:sp>
        <p:nvSpPr>
          <p:cNvPr id="26" name="a05z_rh4"/>
          <p:cNvSpPr txBox="1"/>
          <p:nvPr/>
        </p:nvSpPr>
        <p:spPr>
          <a:xfrm>
            <a:off x="5486400" y="4069080"/>
            <a:ext cx="2240280" cy="731520"/>
          </a:xfrm>
          <a:prstGeom prst="rect">
            <a:avLst/>
          </a:prstGeom>
          <a:noFill/>
          <a:ln/>
        </p:spPr>
        <p:txBody>
          <a:bodyPr wrap="square" lIns="0" tIns="0" rIns="0" bIns="0" rtlCol="0" anchor="ctr"/>
          <a:lstStyle/>
          <a:p>
            <a:pPr algn="l" indent="0" marL="0">
              <a:buNone/>
            </a:pPr>
            <a:r>
              <a:rPr lang="en-US" sz="2000" b="1" dirty="0">
                <a:solidFill>
                  <a:schemeClr val="tx1"/>
                </a:solidFill>
              </a:rPr>
              <a:t>No backwards moves</a:t>
            </a:r>
            <a:endParaRPr lang="en-US" sz="2000" dirty="0"/>
          </a:p>
        </p:txBody>
      </p:sp>
      <p:sp>
        <p:nvSpPr>
          <p:cNvPr id="27" name="a05z_rd4"/>
          <p:cNvSpPr txBox="1"/>
          <p:nvPr/>
        </p:nvSpPr>
        <p:spPr>
          <a:xfrm>
            <a:off x="4572000" y="4983480"/>
            <a:ext cx="3017520" cy="822960"/>
          </a:xfrm>
          <a:prstGeom prst="rect">
            <a:avLst/>
          </a:prstGeom>
          <a:noFill/>
          <a:ln/>
        </p:spPr>
        <p:txBody>
          <a:bodyPr wrap="square" lIns="0" tIns="0" rIns="0" bIns="0" rtlCol="0" anchor="t"/>
          <a:lstStyle/>
          <a:p>
            <a:pPr algn="l" indent="0" marL="0">
              <a:buNone/>
            </a:pPr>
            <a:r>
              <a:rPr lang="en-US" sz="1600" dirty="0">
                <a:solidFill>
                  <a:schemeClr val="tx2"/>
                </a:solidFill>
              </a:rPr>
              <a:t>A late or duplicate webhook can't turn Clear back into Pending.</a:t>
            </a:r>
            <a:endParaRPr lang="en-US" sz="1600" dirty="0"/>
          </a:p>
        </p:txBody>
      </p:sp>
      <p:sp>
        <p:nvSpPr>
          <p:cNvPr id="28" name="a06z_r5"/>
          <p:cNvSpPr/>
          <p:nvPr/>
        </p:nvSpPr>
        <p:spPr>
          <a:xfrm>
            <a:off x="8138160" y="3794760"/>
            <a:ext cx="3566160" cy="2194560"/>
          </a:xfrm>
          <a:prstGeom prst="roundRect">
            <a:avLst>
              <a:gd name="adj" fmla="val 5000"/>
            </a:avLst>
          </a:prstGeom>
          <a:solidFill>
            <a:schemeClr val="tx2">
              <a:alpha val="28000"/>
            </a:schemeClr>
          </a:solidFill>
          <a:ln w="19050">
            <a:solidFill>
              <a:schemeClr val="tx2"/>
            </a:solidFill>
            <a:prstDash val="solid"/>
          </a:ln>
        </p:spPr>
      </p:sp>
      <p:sp>
        <p:nvSpPr>
          <p:cNvPr id="29" name="a06z_rb5"/>
          <p:cNvSpPr/>
          <p:nvPr/>
        </p:nvSpPr>
        <p:spPr>
          <a:xfrm>
            <a:off x="8412480" y="4069080"/>
            <a:ext cx="731520" cy="731520"/>
          </a:xfrm>
          <a:prstGeom prst="ellipse">
            <a:avLst/>
          </a:prstGeom>
          <a:solidFill>
            <a:schemeClr val="tx2"/>
          </a:solidFill>
          <a:ln/>
        </p:spPr>
      </p:sp>
      <p:pic>
        <p:nvPicPr>
          <p:cNvPr id="30" name="a06z_rb5_i" descr="preencoded.png">    </p:cNvPr>
          <p:cNvPicPr>
            <a:picLocks noChangeAspect="1"/>
          </p:cNvPicPr>
          <p:nvPr/>
        </p:nvPicPr>
        <p:blipFill>
          <a:blip r:embed="rId6"/>
          <a:stretch>
            <a:fillRect/>
          </a:stretch>
        </p:blipFill>
        <p:spPr>
          <a:xfrm>
            <a:off x="8602675" y="4259275"/>
            <a:ext cx="351130" cy="351130"/>
          </a:xfrm>
          <a:prstGeom prst="rect">
            <a:avLst/>
          </a:prstGeom>
        </p:spPr>
      </p:pic>
      <p:sp>
        <p:nvSpPr>
          <p:cNvPr id="31" name="a06z_rh5"/>
          <p:cNvSpPr txBox="1"/>
          <p:nvPr/>
        </p:nvSpPr>
        <p:spPr>
          <a:xfrm>
            <a:off x="9326880" y="4069080"/>
            <a:ext cx="2240280" cy="731520"/>
          </a:xfrm>
          <a:prstGeom prst="rect">
            <a:avLst/>
          </a:prstGeom>
          <a:noFill/>
          <a:ln/>
        </p:spPr>
        <p:txBody>
          <a:bodyPr wrap="square" lIns="0" tIns="0" rIns="0" bIns="0" rtlCol="0" anchor="ctr"/>
          <a:lstStyle/>
          <a:p>
            <a:pPr algn="l" indent="0" marL="0">
              <a:buNone/>
            </a:pPr>
            <a:r>
              <a:rPr lang="en-US" sz="2000" b="1" dirty="0">
                <a:solidFill>
                  <a:schemeClr val="tx1"/>
                </a:solidFill>
              </a:rPr>
              <a:t>Seeker stays open</a:t>
            </a:r>
            <a:endParaRPr lang="en-US" sz="2000" dirty="0"/>
          </a:p>
        </p:txBody>
      </p:sp>
      <p:sp>
        <p:nvSpPr>
          <p:cNvPr id="32" name="a06z_rd5"/>
          <p:cNvSpPr txBox="1"/>
          <p:nvPr/>
        </p:nvSpPr>
        <p:spPr>
          <a:xfrm>
            <a:off x="8412480" y="4983480"/>
            <a:ext cx="3017520" cy="822960"/>
          </a:xfrm>
          <a:prstGeom prst="rect">
            <a:avLst/>
          </a:prstGeom>
          <a:noFill/>
          <a:ln/>
        </p:spPr>
        <p:txBody>
          <a:bodyPr wrap="square" lIns="0" tIns="0" rIns="0" bIns="0" rtlCol="0" anchor="t"/>
          <a:lstStyle/>
          <a:p>
            <a:pPr algn="l" indent="0" marL="0">
              <a:buNone/>
            </a:pPr>
            <a:r>
              <a:rPr lang="en-US" sz="1600" dirty="0">
                <a:solidFill>
                  <a:schemeClr val="tx2"/>
                </a:solidFill>
              </a:rPr>
              <a:t>A provider in any non-Clear state can still book as a Seeker.</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159" fill="hold">
                      <p:stCondLst>
                        <p:cond delay="indefinite"/>
                        <p:cond evt="onBegin" delay="0">
                          <p:tgtEl>
                            <p:sldTgt/>
                          </p:tgtEl>
                        </p:cond>
                      </p:stCondLst>
                      <p:childTnLst>
                        <p:par>
                          <p:cTn id="153"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p:cTn id="5" dur="520" decel="100000" fill="hold"/>
                                        <p:tgtEl>
                                          <p:spTgt spid="3"/>
                                        </p:tgtEl>
                                        <p:attrNameLst>
                                          <p:attrName>ppt_w</p:attrName>
                                        </p:attrNameLst>
                                      </p:cBhvr>
                                      <p:tavLst>
                                        <p:tav tm="0">
                                          <p:val>
                                            <p:fltVal val="0"/>
                                          </p:val>
                                        </p:tav>
                                        <p:tav tm="100000">
                                          <p:val>
                                            <p:strVal val="#ppt_w"/>
                                          </p:val>
                                        </p:tav>
                                      </p:tavLst>
                                    </p:anim>
                                    <p:anim calcmode="lin" valueType="num">
                                      <p:cBhvr>
                                        <p:cTn id="6" dur="520" decel="100000" fill="hold"/>
                                        <p:tgtEl>
                                          <p:spTgt spid="3"/>
                                        </p:tgtEl>
                                        <p:attrNameLst>
                                          <p:attrName>ppt_h</p:attrName>
                                        </p:attrNameLst>
                                      </p:cBhvr>
                                      <p:tavLst>
                                        <p:tav tm="0">
                                          <p:val>
                                            <p:fltVal val="0"/>
                                          </p:val>
                                        </p:tav>
                                        <p:tav tm="100000">
                                          <p:val>
                                            <p:strVal val="#ppt_h"/>
                                          </p:val>
                                        </p:tav>
                                      </p:tavLst>
                                    </p:anim>
                                    <p:animEffect transition="in" filter="fade">
                                      <p:cBhvr>
                                        <p:cTn id="7" dur="520"/>
                                        <p:tgtEl>
                                          <p:spTgt spid="3"/>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20" decel="100000" fill="hold"/>
                                        <p:tgtEl>
                                          <p:spTgt spid="4"/>
                                        </p:tgtEl>
                                        <p:attrNameLst>
                                          <p:attrName>ppt_w</p:attrName>
                                        </p:attrNameLst>
                                      </p:cBhvr>
                                      <p:tavLst>
                                        <p:tav tm="0">
                                          <p:val>
                                            <p:fltVal val="0"/>
                                          </p:val>
                                        </p:tav>
                                        <p:tav tm="100000">
                                          <p:val>
                                            <p:strVal val="#ppt_w"/>
                                          </p:val>
                                        </p:tav>
                                      </p:tavLst>
                                    </p:anim>
                                    <p:anim calcmode="lin" valueType="num">
                                      <p:cBhvr>
                                        <p:cTn id="11" dur="520" decel="100000" fill="hold"/>
                                        <p:tgtEl>
                                          <p:spTgt spid="4"/>
                                        </p:tgtEl>
                                        <p:attrNameLst>
                                          <p:attrName>ppt_h</p:attrName>
                                        </p:attrNameLst>
                                      </p:cBhvr>
                                      <p:tavLst>
                                        <p:tav tm="0">
                                          <p:val>
                                            <p:fltVal val="0"/>
                                          </p:val>
                                        </p:tav>
                                        <p:tav tm="100000">
                                          <p:val>
                                            <p:strVal val="#ppt_h"/>
                                          </p:val>
                                        </p:tav>
                                      </p:tavLst>
                                    </p:anim>
                                    <p:animEffect transition="in" filter="fade">
                                      <p:cBhvr>
                                        <p:cTn id="12" dur="520"/>
                                        <p:tgtEl>
                                          <p:spTgt spid="4"/>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20" decel="100000" fill="hold"/>
                                        <p:tgtEl>
                                          <p:spTgt spid="5"/>
                                        </p:tgtEl>
                                        <p:attrNameLst>
                                          <p:attrName>ppt_w</p:attrName>
                                        </p:attrNameLst>
                                      </p:cBhvr>
                                      <p:tavLst>
                                        <p:tav tm="0">
                                          <p:val>
                                            <p:fltVal val="0"/>
                                          </p:val>
                                        </p:tav>
                                        <p:tav tm="100000">
                                          <p:val>
                                            <p:strVal val="#ppt_w"/>
                                          </p:val>
                                        </p:tav>
                                      </p:tavLst>
                                    </p:anim>
                                    <p:anim calcmode="lin" valueType="num">
                                      <p:cBhvr>
                                        <p:cTn id="16" dur="520" decel="100000" fill="hold"/>
                                        <p:tgtEl>
                                          <p:spTgt spid="5"/>
                                        </p:tgtEl>
                                        <p:attrNameLst>
                                          <p:attrName>ppt_h</p:attrName>
                                        </p:attrNameLst>
                                      </p:cBhvr>
                                      <p:tavLst>
                                        <p:tav tm="0">
                                          <p:val>
                                            <p:fltVal val="0"/>
                                          </p:val>
                                        </p:tav>
                                        <p:tav tm="100000">
                                          <p:val>
                                            <p:strVal val="#ppt_h"/>
                                          </p:val>
                                        </p:tav>
                                      </p:tavLst>
                                    </p:anim>
                                    <p:animEffect transition="in" filter="fade">
                                      <p:cBhvr>
                                        <p:cTn id="17" dur="520"/>
                                        <p:tgtEl>
                                          <p:spTgt spid="5"/>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20" decel="100000" fill="hold"/>
                                        <p:tgtEl>
                                          <p:spTgt spid="6"/>
                                        </p:tgtEl>
                                        <p:attrNameLst>
                                          <p:attrName>ppt_w</p:attrName>
                                        </p:attrNameLst>
                                      </p:cBhvr>
                                      <p:tavLst>
                                        <p:tav tm="0">
                                          <p:val>
                                            <p:fltVal val="0"/>
                                          </p:val>
                                        </p:tav>
                                        <p:tav tm="100000">
                                          <p:val>
                                            <p:strVal val="#ppt_w"/>
                                          </p:val>
                                        </p:tav>
                                      </p:tavLst>
                                    </p:anim>
                                    <p:anim calcmode="lin" valueType="num">
                                      <p:cBhvr>
                                        <p:cTn id="21" dur="520" decel="100000" fill="hold"/>
                                        <p:tgtEl>
                                          <p:spTgt spid="6"/>
                                        </p:tgtEl>
                                        <p:attrNameLst>
                                          <p:attrName>ppt_h</p:attrName>
                                        </p:attrNameLst>
                                      </p:cBhvr>
                                      <p:tavLst>
                                        <p:tav tm="0">
                                          <p:val>
                                            <p:fltVal val="0"/>
                                          </p:val>
                                        </p:tav>
                                        <p:tav tm="100000">
                                          <p:val>
                                            <p:strVal val="#ppt_h"/>
                                          </p:val>
                                        </p:tav>
                                      </p:tavLst>
                                    </p:anim>
                                    <p:animEffect transition="in" filter="fade">
                                      <p:cBhvr>
                                        <p:cTn id="22" dur="520"/>
                                        <p:tgtEl>
                                          <p:spTgt spid="6"/>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20" decel="100000" fill="hold"/>
                                        <p:tgtEl>
                                          <p:spTgt spid="7"/>
                                        </p:tgtEl>
                                        <p:attrNameLst>
                                          <p:attrName>ppt_w</p:attrName>
                                        </p:attrNameLst>
                                      </p:cBhvr>
                                      <p:tavLst>
                                        <p:tav tm="0">
                                          <p:val>
                                            <p:fltVal val="0"/>
                                          </p:val>
                                        </p:tav>
                                        <p:tav tm="100000">
                                          <p:val>
                                            <p:strVal val="#ppt_w"/>
                                          </p:val>
                                        </p:tav>
                                      </p:tavLst>
                                    </p:anim>
                                    <p:anim calcmode="lin" valueType="num">
                                      <p:cBhvr>
                                        <p:cTn id="26" dur="520" decel="100000" fill="hold"/>
                                        <p:tgtEl>
                                          <p:spTgt spid="7"/>
                                        </p:tgtEl>
                                        <p:attrNameLst>
                                          <p:attrName>ppt_h</p:attrName>
                                        </p:attrNameLst>
                                      </p:cBhvr>
                                      <p:tavLst>
                                        <p:tav tm="0">
                                          <p:val>
                                            <p:fltVal val="0"/>
                                          </p:val>
                                        </p:tav>
                                        <p:tav tm="100000">
                                          <p:val>
                                            <p:strVal val="#ppt_h"/>
                                          </p:val>
                                        </p:tav>
                                      </p:tavLst>
                                    </p:anim>
                                    <p:animEffect transition="in" filter="fade">
                                      <p:cBhvr>
                                        <p:cTn id="27" dur="520"/>
                                        <p:tgtEl>
                                          <p:spTgt spid="7"/>
                                        </p:tgtEl>
                                      </p:cBhvr>
                                    </p:animEffect>
                                  </p:childTnLst>
                                </p:cTn>
                              </p:par>
                            </p:childTnLst>
                          </p:cTn>
                        </p:par>
                        <p:par>
                          <p:cTn id="154" fill="hold">
                            <p:stCondLst>
                              <p:cond delay="380"/>
                            </p:stCondLst>
                            <p:childTnLst>
                              <p:par>
                                <p:cTn id="28" presetID="53" presetClass="entr" presetSubtype="16"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520" decel="100000" fill="hold"/>
                                        <p:tgtEl>
                                          <p:spTgt spid="8"/>
                                        </p:tgtEl>
                                        <p:attrNameLst>
                                          <p:attrName>ppt_w</p:attrName>
                                        </p:attrNameLst>
                                      </p:cBhvr>
                                      <p:tavLst>
                                        <p:tav tm="0">
                                          <p:val>
                                            <p:fltVal val="0"/>
                                          </p:val>
                                        </p:tav>
                                        <p:tav tm="100000">
                                          <p:val>
                                            <p:strVal val="#ppt_w"/>
                                          </p:val>
                                        </p:tav>
                                      </p:tavLst>
                                    </p:anim>
                                    <p:anim calcmode="lin" valueType="num">
                                      <p:cBhvr>
                                        <p:cTn id="31" dur="520" decel="100000" fill="hold"/>
                                        <p:tgtEl>
                                          <p:spTgt spid="8"/>
                                        </p:tgtEl>
                                        <p:attrNameLst>
                                          <p:attrName>ppt_h</p:attrName>
                                        </p:attrNameLst>
                                      </p:cBhvr>
                                      <p:tavLst>
                                        <p:tav tm="0">
                                          <p:val>
                                            <p:fltVal val="0"/>
                                          </p:val>
                                        </p:tav>
                                        <p:tav tm="100000">
                                          <p:val>
                                            <p:strVal val="#ppt_h"/>
                                          </p:val>
                                        </p:tav>
                                      </p:tavLst>
                                    </p:anim>
                                    <p:animEffect transition="in" filter="fade">
                                      <p:cBhvr>
                                        <p:cTn id="32" dur="520"/>
                                        <p:tgtEl>
                                          <p:spTgt spid="8"/>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20" decel="100000" fill="hold"/>
                                        <p:tgtEl>
                                          <p:spTgt spid="9"/>
                                        </p:tgtEl>
                                        <p:attrNameLst>
                                          <p:attrName>ppt_w</p:attrName>
                                        </p:attrNameLst>
                                      </p:cBhvr>
                                      <p:tavLst>
                                        <p:tav tm="0">
                                          <p:val>
                                            <p:fltVal val="0"/>
                                          </p:val>
                                        </p:tav>
                                        <p:tav tm="100000">
                                          <p:val>
                                            <p:strVal val="#ppt_w"/>
                                          </p:val>
                                        </p:tav>
                                      </p:tavLst>
                                    </p:anim>
                                    <p:anim calcmode="lin" valueType="num">
                                      <p:cBhvr>
                                        <p:cTn id="36" dur="520" decel="100000" fill="hold"/>
                                        <p:tgtEl>
                                          <p:spTgt spid="9"/>
                                        </p:tgtEl>
                                        <p:attrNameLst>
                                          <p:attrName>ppt_h</p:attrName>
                                        </p:attrNameLst>
                                      </p:cBhvr>
                                      <p:tavLst>
                                        <p:tav tm="0">
                                          <p:val>
                                            <p:fltVal val="0"/>
                                          </p:val>
                                        </p:tav>
                                        <p:tav tm="100000">
                                          <p:val>
                                            <p:strVal val="#ppt_h"/>
                                          </p:val>
                                        </p:tav>
                                      </p:tavLst>
                                    </p:anim>
                                    <p:animEffect transition="in" filter="fade">
                                      <p:cBhvr>
                                        <p:cTn id="37" dur="520"/>
                                        <p:tgtEl>
                                          <p:spTgt spid="9"/>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p:cTn id="40" dur="520" decel="100000" fill="hold"/>
                                        <p:tgtEl>
                                          <p:spTgt spid="10"/>
                                        </p:tgtEl>
                                        <p:attrNameLst>
                                          <p:attrName>ppt_w</p:attrName>
                                        </p:attrNameLst>
                                      </p:cBhvr>
                                      <p:tavLst>
                                        <p:tav tm="0">
                                          <p:val>
                                            <p:fltVal val="0"/>
                                          </p:val>
                                        </p:tav>
                                        <p:tav tm="100000">
                                          <p:val>
                                            <p:strVal val="#ppt_w"/>
                                          </p:val>
                                        </p:tav>
                                      </p:tavLst>
                                    </p:anim>
                                    <p:anim calcmode="lin" valueType="num">
                                      <p:cBhvr>
                                        <p:cTn id="41" dur="520" decel="100000" fill="hold"/>
                                        <p:tgtEl>
                                          <p:spTgt spid="10"/>
                                        </p:tgtEl>
                                        <p:attrNameLst>
                                          <p:attrName>ppt_h</p:attrName>
                                        </p:attrNameLst>
                                      </p:cBhvr>
                                      <p:tavLst>
                                        <p:tav tm="0">
                                          <p:val>
                                            <p:fltVal val="0"/>
                                          </p:val>
                                        </p:tav>
                                        <p:tav tm="100000">
                                          <p:val>
                                            <p:strVal val="#ppt_h"/>
                                          </p:val>
                                        </p:tav>
                                      </p:tavLst>
                                    </p:anim>
                                    <p:animEffect transition="in" filter="fade">
                                      <p:cBhvr>
                                        <p:cTn id="42" dur="520"/>
                                        <p:tgtEl>
                                          <p:spTgt spid="10"/>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520" decel="100000" fill="hold"/>
                                        <p:tgtEl>
                                          <p:spTgt spid="11"/>
                                        </p:tgtEl>
                                        <p:attrNameLst>
                                          <p:attrName>ppt_w</p:attrName>
                                        </p:attrNameLst>
                                      </p:cBhvr>
                                      <p:tavLst>
                                        <p:tav tm="0">
                                          <p:val>
                                            <p:fltVal val="0"/>
                                          </p:val>
                                        </p:tav>
                                        <p:tav tm="100000">
                                          <p:val>
                                            <p:strVal val="#ppt_w"/>
                                          </p:val>
                                        </p:tav>
                                      </p:tavLst>
                                    </p:anim>
                                    <p:anim calcmode="lin" valueType="num">
                                      <p:cBhvr>
                                        <p:cTn id="46" dur="520" decel="100000" fill="hold"/>
                                        <p:tgtEl>
                                          <p:spTgt spid="11"/>
                                        </p:tgtEl>
                                        <p:attrNameLst>
                                          <p:attrName>ppt_h</p:attrName>
                                        </p:attrNameLst>
                                      </p:cBhvr>
                                      <p:tavLst>
                                        <p:tav tm="0">
                                          <p:val>
                                            <p:fltVal val="0"/>
                                          </p:val>
                                        </p:tav>
                                        <p:tav tm="100000">
                                          <p:val>
                                            <p:strVal val="#ppt_h"/>
                                          </p:val>
                                        </p:tav>
                                      </p:tavLst>
                                    </p:anim>
                                    <p:animEffect transition="in" filter="fade">
                                      <p:cBhvr>
                                        <p:cTn id="47" dur="520"/>
                                        <p:tgtEl>
                                          <p:spTgt spid="11"/>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p:cTn id="50" dur="520" decel="100000" fill="hold"/>
                                        <p:tgtEl>
                                          <p:spTgt spid="12"/>
                                        </p:tgtEl>
                                        <p:attrNameLst>
                                          <p:attrName>ppt_w</p:attrName>
                                        </p:attrNameLst>
                                      </p:cBhvr>
                                      <p:tavLst>
                                        <p:tav tm="0">
                                          <p:val>
                                            <p:fltVal val="0"/>
                                          </p:val>
                                        </p:tav>
                                        <p:tav tm="100000">
                                          <p:val>
                                            <p:strVal val="#ppt_w"/>
                                          </p:val>
                                        </p:tav>
                                      </p:tavLst>
                                    </p:anim>
                                    <p:anim calcmode="lin" valueType="num">
                                      <p:cBhvr>
                                        <p:cTn id="51" dur="520" decel="100000" fill="hold"/>
                                        <p:tgtEl>
                                          <p:spTgt spid="12"/>
                                        </p:tgtEl>
                                        <p:attrNameLst>
                                          <p:attrName>ppt_h</p:attrName>
                                        </p:attrNameLst>
                                      </p:cBhvr>
                                      <p:tavLst>
                                        <p:tav tm="0">
                                          <p:val>
                                            <p:fltVal val="0"/>
                                          </p:val>
                                        </p:tav>
                                        <p:tav tm="100000">
                                          <p:val>
                                            <p:strVal val="#ppt_h"/>
                                          </p:val>
                                        </p:tav>
                                      </p:tavLst>
                                    </p:anim>
                                    <p:animEffect transition="in" filter="fade">
                                      <p:cBhvr>
                                        <p:cTn id="52" dur="520"/>
                                        <p:tgtEl>
                                          <p:spTgt spid="12"/>
                                        </p:tgtEl>
                                      </p:cBhvr>
                                    </p:animEffect>
                                  </p:childTnLst>
                                </p:cTn>
                              </p:par>
                            </p:childTnLst>
                          </p:cTn>
                        </p:par>
                        <p:par>
                          <p:cTn id="155" fill="hold">
                            <p:stCondLst>
                              <p:cond delay="760"/>
                            </p:stCondLst>
                            <p:childTnLst>
                              <p:par>
                                <p:cTn id="53" presetID="53" presetClass="entr" presetSubtype="16"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520" decel="100000" fill="hold"/>
                                        <p:tgtEl>
                                          <p:spTgt spid="13"/>
                                        </p:tgtEl>
                                        <p:attrNameLst>
                                          <p:attrName>ppt_w</p:attrName>
                                        </p:attrNameLst>
                                      </p:cBhvr>
                                      <p:tavLst>
                                        <p:tav tm="0">
                                          <p:val>
                                            <p:fltVal val="0"/>
                                          </p:val>
                                        </p:tav>
                                        <p:tav tm="100000">
                                          <p:val>
                                            <p:strVal val="#ppt_w"/>
                                          </p:val>
                                        </p:tav>
                                      </p:tavLst>
                                    </p:anim>
                                    <p:anim calcmode="lin" valueType="num">
                                      <p:cBhvr>
                                        <p:cTn id="56" dur="520" decel="100000" fill="hold"/>
                                        <p:tgtEl>
                                          <p:spTgt spid="13"/>
                                        </p:tgtEl>
                                        <p:attrNameLst>
                                          <p:attrName>ppt_h</p:attrName>
                                        </p:attrNameLst>
                                      </p:cBhvr>
                                      <p:tavLst>
                                        <p:tav tm="0">
                                          <p:val>
                                            <p:fltVal val="0"/>
                                          </p:val>
                                        </p:tav>
                                        <p:tav tm="100000">
                                          <p:val>
                                            <p:strVal val="#ppt_h"/>
                                          </p:val>
                                        </p:tav>
                                      </p:tavLst>
                                    </p:anim>
                                    <p:animEffect transition="in" filter="fade">
                                      <p:cBhvr>
                                        <p:cTn id="57" dur="520"/>
                                        <p:tgtEl>
                                          <p:spTgt spid="13"/>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20" decel="100000" fill="hold"/>
                                        <p:tgtEl>
                                          <p:spTgt spid="14"/>
                                        </p:tgtEl>
                                        <p:attrNameLst>
                                          <p:attrName>ppt_w</p:attrName>
                                        </p:attrNameLst>
                                      </p:cBhvr>
                                      <p:tavLst>
                                        <p:tav tm="0">
                                          <p:val>
                                            <p:fltVal val="0"/>
                                          </p:val>
                                        </p:tav>
                                        <p:tav tm="100000">
                                          <p:val>
                                            <p:strVal val="#ppt_w"/>
                                          </p:val>
                                        </p:tav>
                                      </p:tavLst>
                                    </p:anim>
                                    <p:anim calcmode="lin" valueType="num">
                                      <p:cBhvr>
                                        <p:cTn id="61" dur="520" decel="100000" fill="hold"/>
                                        <p:tgtEl>
                                          <p:spTgt spid="14"/>
                                        </p:tgtEl>
                                        <p:attrNameLst>
                                          <p:attrName>ppt_h</p:attrName>
                                        </p:attrNameLst>
                                      </p:cBhvr>
                                      <p:tavLst>
                                        <p:tav tm="0">
                                          <p:val>
                                            <p:fltVal val="0"/>
                                          </p:val>
                                        </p:tav>
                                        <p:tav tm="100000">
                                          <p:val>
                                            <p:strVal val="#ppt_h"/>
                                          </p:val>
                                        </p:tav>
                                      </p:tavLst>
                                    </p:anim>
                                    <p:animEffect transition="in" filter="fade">
                                      <p:cBhvr>
                                        <p:cTn id="62" dur="520"/>
                                        <p:tgtEl>
                                          <p:spTgt spid="14"/>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p:cTn id="65" dur="520" decel="100000" fill="hold"/>
                                        <p:tgtEl>
                                          <p:spTgt spid="15"/>
                                        </p:tgtEl>
                                        <p:attrNameLst>
                                          <p:attrName>ppt_w</p:attrName>
                                        </p:attrNameLst>
                                      </p:cBhvr>
                                      <p:tavLst>
                                        <p:tav tm="0">
                                          <p:val>
                                            <p:fltVal val="0"/>
                                          </p:val>
                                        </p:tav>
                                        <p:tav tm="100000">
                                          <p:val>
                                            <p:strVal val="#ppt_w"/>
                                          </p:val>
                                        </p:tav>
                                      </p:tavLst>
                                    </p:anim>
                                    <p:anim calcmode="lin" valueType="num">
                                      <p:cBhvr>
                                        <p:cTn id="66" dur="520" decel="100000" fill="hold"/>
                                        <p:tgtEl>
                                          <p:spTgt spid="15"/>
                                        </p:tgtEl>
                                        <p:attrNameLst>
                                          <p:attrName>ppt_h</p:attrName>
                                        </p:attrNameLst>
                                      </p:cBhvr>
                                      <p:tavLst>
                                        <p:tav tm="0">
                                          <p:val>
                                            <p:fltVal val="0"/>
                                          </p:val>
                                        </p:tav>
                                        <p:tav tm="100000">
                                          <p:val>
                                            <p:strVal val="#ppt_h"/>
                                          </p:val>
                                        </p:tav>
                                      </p:tavLst>
                                    </p:anim>
                                    <p:animEffect transition="in" filter="fade">
                                      <p:cBhvr>
                                        <p:cTn id="67" dur="520"/>
                                        <p:tgtEl>
                                          <p:spTgt spid="15"/>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p:cTn id="70" dur="520" decel="100000" fill="hold"/>
                                        <p:tgtEl>
                                          <p:spTgt spid="16"/>
                                        </p:tgtEl>
                                        <p:attrNameLst>
                                          <p:attrName>ppt_w</p:attrName>
                                        </p:attrNameLst>
                                      </p:cBhvr>
                                      <p:tavLst>
                                        <p:tav tm="0">
                                          <p:val>
                                            <p:fltVal val="0"/>
                                          </p:val>
                                        </p:tav>
                                        <p:tav tm="100000">
                                          <p:val>
                                            <p:strVal val="#ppt_w"/>
                                          </p:val>
                                        </p:tav>
                                      </p:tavLst>
                                    </p:anim>
                                    <p:anim calcmode="lin" valueType="num">
                                      <p:cBhvr>
                                        <p:cTn id="71" dur="520" decel="100000" fill="hold"/>
                                        <p:tgtEl>
                                          <p:spTgt spid="16"/>
                                        </p:tgtEl>
                                        <p:attrNameLst>
                                          <p:attrName>ppt_h</p:attrName>
                                        </p:attrNameLst>
                                      </p:cBhvr>
                                      <p:tavLst>
                                        <p:tav tm="0">
                                          <p:val>
                                            <p:fltVal val="0"/>
                                          </p:val>
                                        </p:tav>
                                        <p:tav tm="100000">
                                          <p:val>
                                            <p:strVal val="#ppt_h"/>
                                          </p:val>
                                        </p:tav>
                                      </p:tavLst>
                                    </p:anim>
                                    <p:animEffect transition="in" filter="fade">
                                      <p:cBhvr>
                                        <p:cTn id="72" dur="520"/>
                                        <p:tgtEl>
                                          <p:spTgt spid="16"/>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p:cTn id="75" dur="520" decel="100000" fill="hold"/>
                                        <p:tgtEl>
                                          <p:spTgt spid="17"/>
                                        </p:tgtEl>
                                        <p:attrNameLst>
                                          <p:attrName>ppt_w</p:attrName>
                                        </p:attrNameLst>
                                      </p:cBhvr>
                                      <p:tavLst>
                                        <p:tav tm="0">
                                          <p:val>
                                            <p:fltVal val="0"/>
                                          </p:val>
                                        </p:tav>
                                        <p:tav tm="100000">
                                          <p:val>
                                            <p:strVal val="#ppt_w"/>
                                          </p:val>
                                        </p:tav>
                                      </p:tavLst>
                                    </p:anim>
                                    <p:anim calcmode="lin" valueType="num">
                                      <p:cBhvr>
                                        <p:cTn id="76" dur="520" decel="100000" fill="hold"/>
                                        <p:tgtEl>
                                          <p:spTgt spid="17"/>
                                        </p:tgtEl>
                                        <p:attrNameLst>
                                          <p:attrName>ppt_h</p:attrName>
                                        </p:attrNameLst>
                                      </p:cBhvr>
                                      <p:tavLst>
                                        <p:tav tm="0">
                                          <p:val>
                                            <p:fltVal val="0"/>
                                          </p:val>
                                        </p:tav>
                                        <p:tav tm="100000">
                                          <p:val>
                                            <p:strVal val="#ppt_h"/>
                                          </p:val>
                                        </p:tav>
                                      </p:tavLst>
                                    </p:anim>
                                    <p:animEffect transition="in" filter="fade">
                                      <p:cBhvr>
                                        <p:cTn id="77" dur="520"/>
                                        <p:tgtEl>
                                          <p:spTgt spid="17"/>
                                        </p:tgtEl>
                                      </p:cBhvr>
                                    </p:animEffect>
                                  </p:childTnLst>
                                </p:cTn>
                              </p:par>
                            </p:childTnLst>
                          </p:cTn>
                        </p:par>
                        <p:par>
                          <p:cTn id="156" fill="hold">
                            <p:stCondLst>
                              <p:cond delay="1140"/>
                            </p:stCondLst>
                            <p:childTnLst>
                              <p:par>
                                <p:cTn id="78" presetID="53" presetClass="entr" presetSubtype="16" fill="hold" grpId="0" nodeType="afterEffect">
                                  <p:stCondLst>
                                    <p:cond delay="0"/>
                                  </p:stCondLst>
                                  <p:childTnLst>
                                    <p:set>
                                      <p:cBhvr>
                                        <p:cTn id="79" dur="1" fill="hold">
                                          <p:stCondLst>
                                            <p:cond delay="0"/>
                                          </p:stCondLst>
                                        </p:cTn>
                                        <p:tgtEl>
                                          <p:spTgt spid="18"/>
                                        </p:tgtEl>
                                        <p:attrNameLst>
                                          <p:attrName>style.visibility</p:attrName>
                                        </p:attrNameLst>
                                      </p:cBhvr>
                                      <p:to>
                                        <p:strVal val="visible"/>
                                      </p:to>
                                    </p:set>
                                    <p:anim calcmode="lin" valueType="num">
                                      <p:cBhvr>
                                        <p:cTn id="80" dur="520" decel="100000" fill="hold"/>
                                        <p:tgtEl>
                                          <p:spTgt spid="18"/>
                                        </p:tgtEl>
                                        <p:attrNameLst>
                                          <p:attrName>ppt_w</p:attrName>
                                        </p:attrNameLst>
                                      </p:cBhvr>
                                      <p:tavLst>
                                        <p:tav tm="0">
                                          <p:val>
                                            <p:fltVal val="0"/>
                                          </p:val>
                                        </p:tav>
                                        <p:tav tm="100000">
                                          <p:val>
                                            <p:strVal val="#ppt_w"/>
                                          </p:val>
                                        </p:tav>
                                      </p:tavLst>
                                    </p:anim>
                                    <p:anim calcmode="lin" valueType="num">
                                      <p:cBhvr>
                                        <p:cTn id="81" dur="520" decel="100000" fill="hold"/>
                                        <p:tgtEl>
                                          <p:spTgt spid="18"/>
                                        </p:tgtEl>
                                        <p:attrNameLst>
                                          <p:attrName>ppt_h</p:attrName>
                                        </p:attrNameLst>
                                      </p:cBhvr>
                                      <p:tavLst>
                                        <p:tav tm="0">
                                          <p:val>
                                            <p:fltVal val="0"/>
                                          </p:val>
                                        </p:tav>
                                        <p:tav tm="100000">
                                          <p:val>
                                            <p:strVal val="#ppt_h"/>
                                          </p:val>
                                        </p:tav>
                                      </p:tavLst>
                                    </p:anim>
                                    <p:animEffect transition="in" filter="fade">
                                      <p:cBhvr>
                                        <p:cTn id="82" dur="520"/>
                                        <p:tgtEl>
                                          <p:spTgt spid="18"/>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19"/>
                                        </p:tgtEl>
                                        <p:attrNameLst>
                                          <p:attrName>style.visibility</p:attrName>
                                        </p:attrNameLst>
                                      </p:cBhvr>
                                      <p:to>
                                        <p:strVal val="visible"/>
                                      </p:to>
                                    </p:set>
                                    <p:anim calcmode="lin" valueType="num">
                                      <p:cBhvr>
                                        <p:cTn id="85" dur="520" decel="100000" fill="hold"/>
                                        <p:tgtEl>
                                          <p:spTgt spid="19"/>
                                        </p:tgtEl>
                                        <p:attrNameLst>
                                          <p:attrName>ppt_w</p:attrName>
                                        </p:attrNameLst>
                                      </p:cBhvr>
                                      <p:tavLst>
                                        <p:tav tm="0">
                                          <p:val>
                                            <p:fltVal val="0"/>
                                          </p:val>
                                        </p:tav>
                                        <p:tav tm="100000">
                                          <p:val>
                                            <p:strVal val="#ppt_w"/>
                                          </p:val>
                                        </p:tav>
                                      </p:tavLst>
                                    </p:anim>
                                    <p:anim calcmode="lin" valueType="num">
                                      <p:cBhvr>
                                        <p:cTn id="86" dur="520" decel="100000" fill="hold"/>
                                        <p:tgtEl>
                                          <p:spTgt spid="19"/>
                                        </p:tgtEl>
                                        <p:attrNameLst>
                                          <p:attrName>ppt_h</p:attrName>
                                        </p:attrNameLst>
                                      </p:cBhvr>
                                      <p:tavLst>
                                        <p:tav tm="0">
                                          <p:val>
                                            <p:fltVal val="0"/>
                                          </p:val>
                                        </p:tav>
                                        <p:tav tm="100000">
                                          <p:val>
                                            <p:strVal val="#ppt_h"/>
                                          </p:val>
                                        </p:tav>
                                      </p:tavLst>
                                    </p:anim>
                                    <p:animEffect transition="in" filter="fade">
                                      <p:cBhvr>
                                        <p:cTn id="87" dur="520"/>
                                        <p:tgtEl>
                                          <p:spTgt spid="19"/>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20"/>
                                        </p:tgtEl>
                                        <p:attrNameLst>
                                          <p:attrName>style.visibility</p:attrName>
                                        </p:attrNameLst>
                                      </p:cBhvr>
                                      <p:to>
                                        <p:strVal val="visible"/>
                                      </p:to>
                                    </p:set>
                                    <p:anim calcmode="lin" valueType="num">
                                      <p:cBhvr>
                                        <p:cTn id="90" dur="520" decel="100000" fill="hold"/>
                                        <p:tgtEl>
                                          <p:spTgt spid="20"/>
                                        </p:tgtEl>
                                        <p:attrNameLst>
                                          <p:attrName>ppt_w</p:attrName>
                                        </p:attrNameLst>
                                      </p:cBhvr>
                                      <p:tavLst>
                                        <p:tav tm="0">
                                          <p:val>
                                            <p:fltVal val="0"/>
                                          </p:val>
                                        </p:tav>
                                        <p:tav tm="100000">
                                          <p:val>
                                            <p:strVal val="#ppt_w"/>
                                          </p:val>
                                        </p:tav>
                                      </p:tavLst>
                                    </p:anim>
                                    <p:anim calcmode="lin" valueType="num">
                                      <p:cBhvr>
                                        <p:cTn id="91" dur="520" decel="100000" fill="hold"/>
                                        <p:tgtEl>
                                          <p:spTgt spid="20"/>
                                        </p:tgtEl>
                                        <p:attrNameLst>
                                          <p:attrName>ppt_h</p:attrName>
                                        </p:attrNameLst>
                                      </p:cBhvr>
                                      <p:tavLst>
                                        <p:tav tm="0">
                                          <p:val>
                                            <p:fltVal val="0"/>
                                          </p:val>
                                        </p:tav>
                                        <p:tav tm="100000">
                                          <p:val>
                                            <p:strVal val="#ppt_h"/>
                                          </p:val>
                                        </p:tav>
                                      </p:tavLst>
                                    </p:anim>
                                    <p:animEffect transition="in" filter="fade">
                                      <p:cBhvr>
                                        <p:cTn id="92" dur="520"/>
                                        <p:tgtEl>
                                          <p:spTgt spid="20"/>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 calcmode="lin" valueType="num">
                                      <p:cBhvr>
                                        <p:cTn id="95" dur="520" decel="100000" fill="hold"/>
                                        <p:tgtEl>
                                          <p:spTgt spid="21"/>
                                        </p:tgtEl>
                                        <p:attrNameLst>
                                          <p:attrName>ppt_w</p:attrName>
                                        </p:attrNameLst>
                                      </p:cBhvr>
                                      <p:tavLst>
                                        <p:tav tm="0">
                                          <p:val>
                                            <p:fltVal val="0"/>
                                          </p:val>
                                        </p:tav>
                                        <p:tav tm="100000">
                                          <p:val>
                                            <p:strVal val="#ppt_w"/>
                                          </p:val>
                                        </p:tav>
                                      </p:tavLst>
                                    </p:anim>
                                    <p:anim calcmode="lin" valueType="num">
                                      <p:cBhvr>
                                        <p:cTn id="96" dur="520" decel="100000" fill="hold"/>
                                        <p:tgtEl>
                                          <p:spTgt spid="21"/>
                                        </p:tgtEl>
                                        <p:attrNameLst>
                                          <p:attrName>ppt_h</p:attrName>
                                        </p:attrNameLst>
                                      </p:cBhvr>
                                      <p:tavLst>
                                        <p:tav tm="0">
                                          <p:val>
                                            <p:fltVal val="0"/>
                                          </p:val>
                                        </p:tav>
                                        <p:tav tm="100000">
                                          <p:val>
                                            <p:strVal val="#ppt_h"/>
                                          </p:val>
                                        </p:tav>
                                      </p:tavLst>
                                    </p:anim>
                                    <p:animEffect transition="in" filter="fade">
                                      <p:cBhvr>
                                        <p:cTn id="97" dur="520"/>
                                        <p:tgtEl>
                                          <p:spTgt spid="21"/>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 calcmode="lin" valueType="num">
                                      <p:cBhvr>
                                        <p:cTn id="100" dur="520" decel="100000" fill="hold"/>
                                        <p:tgtEl>
                                          <p:spTgt spid="22"/>
                                        </p:tgtEl>
                                        <p:attrNameLst>
                                          <p:attrName>ppt_w</p:attrName>
                                        </p:attrNameLst>
                                      </p:cBhvr>
                                      <p:tavLst>
                                        <p:tav tm="0">
                                          <p:val>
                                            <p:fltVal val="0"/>
                                          </p:val>
                                        </p:tav>
                                        <p:tav tm="100000">
                                          <p:val>
                                            <p:strVal val="#ppt_w"/>
                                          </p:val>
                                        </p:tav>
                                      </p:tavLst>
                                    </p:anim>
                                    <p:anim calcmode="lin" valueType="num">
                                      <p:cBhvr>
                                        <p:cTn id="101" dur="520" decel="100000" fill="hold"/>
                                        <p:tgtEl>
                                          <p:spTgt spid="22"/>
                                        </p:tgtEl>
                                        <p:attrNameLst>
                                          <p:attrName>ppt_h</p:attrName>
                                        </p:attrNameLst>
                                      </p:cBhvr>
                                      <p:tavLst>
                                        <p:tav tm="0">
                                          <p:val>
                                            <p:fltVal val="0"/>
                                          </p:val>
                                        </p:tav>
                                        <p:tav tm="100000">
                                          <p:val>
                                            <p:strVal val="#ppt_h"/>
                                          </p:val>
                                        </p:tav>
                                      </p:tavLst>
                                    </p:anim>
                                    <p:animEffect transition="in" filter="fade">
                                      <p:cBhvr>
                                        <p:cTn id="102" dur="520"/>
                                        <p:tgtEl>
                                          <p:spTgt spid="22"/>
                                        </p:tgtEl>
                                      </p:cBhvr>
                                    </p:animEffect>
                                  </p:childTnLst>
                                </p:cTn>
                              </p:par>
                            </p:childTnLst>
                          </p:cTn>
                        </p:par>
                        <p:par>
                          <p:cTn id="157" fill="hold">
                            <p:stCondLst>
                              <p:cond delay="1520"/>
                            </p:stCondLst>
                            <p:childTnLst>
                              <p:par>
                                <p:cTn id="103" presetID="53" presetClass="entr" presetSubtype="16" fill="hold" grpId="0" nodeType="afterEffect">
                                  <p:stCondLst>
                                    <p:cond delay="0"/>
                                  </p:stCondLst>
                                  <p:childTnLst>
                                    <p:set>
                                      <p:cBhvr>
                                        <p:cTn id="104" dur="1" fill="hold">
                                          <p:stCondLst>
                                            <p:cond delay="0"/>
                                          </p:stCondLst>
                                        </p:cTn>
                                        <p:tgtEl>
                                          <p:spTgt spid="23"/>
                                        </p:tgtEl>
                                        <p:attrNameLst>
                                          <p:attrName>style.visibility</p:attrName>
                                        </p:attrNameLst>
                                      </p:cBhvr>
                                      <p:to>
                                        <p:strVal val="visible"/>
                                      </p:to>
                                    </p:set>
                                    <p:anim calcmode="lin" valueType="num">
                                      <p:cBhvr>
                                        <p:cTn id="105" dur="520" decel="100000" fill="hold"/>
                                        <p:tgtEl>
                                          <p:spTgt spid="23"/>
                                        </p:tgtEl>
                                        <p:attrNameLst>
                                          <p:attrName>ppt_w</p:attrName>
                                        </p:attrNameLst>
                                      </p:cBhvr>
                                      <p:tavLst>
                                        <p:tav tm="0">
                                          <p:val>
                                            <p:fltVal val="0"/>
                                          </p:val>
                                        </p:tav>
                                        <p:tav tm="100000">
                                          <p:val>
                                            <p:strVal val="#ppt_w"/>
                                          </p:val>
                                        </p:tav>
                                      </p:tavLst>
                                    </p:anim>
                                    <p:anim calcmode="lin" valueType="num">
                                      <p:cBhvr>
                                        <p:cTn id="106" dur="520" decel="100000" fill="hold"/>
                                        <p:tgtEl>
                                          <p:spTgt spid="23"/>
                                        </p:tgtEl>
                                        <p:attrNameLst>
                                          <p:attrName>ppt_h</p:attrName>
                                        </p:attrNameLst>
                                      </p:cBhvr>
                                      <p:tavLst>
                                        <p:tav tm="0">
                                          <p:val>
                                            <p:fltVal val="0"/>
                                          </p:val>
                                        </p:tav>
                                        <p:tav tm="100000">
                                          <p:val>
                                            <p:strVal val="#ppt_h"/>
                                          </p:val>
                                        </p:tav>
                                      </p:tavLst>
                                    </p:anim>
                                    <p:animEffect transition="in" filter="fade">
                                      <p:cBhvr>
                                        <p:cTn id="107" dur="520"/>
                                        <p:tgtEl>
                                          <p:spTgt spid="23"/>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24"/>
                                        </p:tgtEl>
                                        <p:attrNameLst>
                                          <p:attrName>style.visibility</p:attrName>
                                        </p:attrNameLst>
                                      </p:cBhvr>
                                      <p:to>
                                        <p:strVal val="visible"/>
                                      </p:to>
                                    </p:set>
                                    <p:anim calcmode="lin" valueType="num">
                                      <p:cBhvr>
                                        <p:cTn id="110" dur="520" decel="100000" fill="hold"/>
                                        <p:tgtEl>
                                          <p:spTgt spid="24"/>
                                        </p:tgtEl>
                                        <p:attrNameLst>
                                          <p:attrName>ppt_w</p:attrName>
                                        </p:attrNameLst>
                                      </p:cBhvr>
                                      <p:tavLst>
                                        <p:tav tm="0">
                                          <p:val>
                                            <p:fltVal val="0"/>
                                          </p:val>
                                        </p:tav>
                                        <p:tav tm="100000">
                                          <p:val>
                                            <p:strVal val="#ppt_w"/>
                                          </p:val>
                                        </p:tav>
                                      </p:tavLst>
                                    </p:anim>
                                    <p:anim calcmode="lin" valueType="num">
                                      <p:cBhvr>
                                        <p:cTn id="111" dur="520" decel="100000" fill="hold"/>
                                        <p:tgtEl>
                                          <p:spTgt spid="24"/>
                                        </p:tgtEl>
                                        <p:attrNameLst>
                                          <p:attrName>ppt_h</p:attrName>
                                        </p:attrNameLst>
                                      </p:cBhvr>
                                      <p:tavLst>
                                        <p:tav tm="0">
                                          <p:val>
                                            <p:fltVal val="0"/>
                                          </p:val>
                                        </p:tav>
                                        <p:tav tm="100000">
                                          <p:val>
                                            <p:strVal val="#ppt_h"/>
                                          </p:val>
                                        </p:tav>
                                      </p:tavLst>
                                    </p:anim>
                                    <p:animEffect transition="in" filter="fade">
                                      <p:cBhvr>
                                        <p:cTn id="112" dur="520"/>
                                        <p:tgtEl>
                                          <p:spTgt spid="24"/>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 calcmode="lin" valueType="num">
                                      <p:cBhvr>
                                        <p:cTn id="115" dur="520" decel="100000" fill="hold"/>
                                        <p:tgtEl>
                                          <p:spTgt spid="25"/>
                                        </p:tgtEl>
                                        <p:attrNameLst>
                                          <p:attrName>ppt_w</p:attrName>
                                        </p:attrNameLst>
                                      </p:cBhvr>
                                      <p:tavLst>
                                        <p:tav tm="0">
                                          <p:val>
                                            <p:fltVal val="0"/>
                                          </p:val>
                                        </p:tav>
                                        <p:tav tm="100000">
                                          <p:val>
                                            <p:strVal val="#ppt_w"/>
                                          </p:val>
                                        </p:tav>
                                      </p:tavLst>
                                    </p:anim>
                                    <p:anim calcmode="lin" valueType="num">
                                      <p:cBhvr>
                                        <p:cTn id="116" dur="520" decel="100000" fill="hold"/>
                                        <p:tgtEl>
                                          <p:spTgt spid="25"/>
                                        </p:tgtEl>
                                        <p:attrNameLst>
                                          <p:attrName>ppt_h</p:attrName>
                                        </p:attrNameLst>
                                      </p:cBhvr>
                                      <p:tavLst>
                                        <p:tav tm="0">
                                          <p:val>
                                            <p:fltVal val="0"/>
                                          </p:val>
                                        </p:tav>
                                        <p:tav tm="100000">
                                          <p:val>
                                            <p:strVal val="#ppt_h"/>
                                          </p:val>
                                        </p:tav>
                                      </p:tavLst>
                                    </p:anim>
                                    <p:animEffect transition="in" filter="fade">
                                      <p:cBhvr>
                                        <p:cTn id="117" dur="520"/>
                                        <p:tgtEl>
                                          <p:spTgt spid="25"/>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26"/>
                                        </p:tgtEl>
                                        <p:attrNameLst>
                                          <p:attrName>style.visibility</p:attrName>
                                        </p:attrNameLst>
                                      </p:cBhvr>
                                      <p:to>
                                        <p:strVal val="visible"/>
                                      </p:to>
                                    </p:set>
                                    <p:anim calcmode="lin" valueType="num">
                                      <p:cBhvr>
                                        <p:cTn id="120" dur="520" decel="100000" fill="hold"/>
                                        <p:tgtEl>
                                          <p:spTgt spid="26"/>
                                        </p:tgtEl>
                                        <p:attrNameLst>
                                          <p:attrName>ppt_w</p:attrName>
                                        </p:attrNameLst>
                                      </p:cBhvr>
                                      <p:tavLst>
                                        <p:tav tm="0">
                                          <p:val>
                                            <p:fltVal val="0"/>
                                          </p:val>
                                        </p:tav>
                                        <p:tav tm="100000">
                                          <p:val>
                                            <p:strVal val="#ppt_w"/>
                                          </p:val>
                                        </p:tav>
                                      </p:tavLst>
                                    </p:anim>
                                    <p:anim calcmode="lin" valueType="num">
                                      <p:cBhvr>
                                        <p:cTn id="121" dur="520" decel="100000" fill="hold"/>
                                        <p:tgtEl>
                                          <p:spTgt spid="26"/>
                                        </p:tgtEl>
                                        <p:attrNameLst>
                                          <p:attrName>ppt_h</p:attrName>
                                        </p:attrNameLst>
                                      </p:cBhvr>
                                      <p:tavLst>
                                        <p:tav tm="0">
                                          <p:val>
                                            <p:fltVal val="0"/>
                                          </p:val>
                                        </p:tav>
                                        <p:tav tm="100000">
                                          <p:val>
                                            <p:strVal val="#ppt_h"/>
                                          </p:val>
                                        </p:tav>
                                      </p:tavLst>
                                    </p:anim>
                                    <p:animEffect transition="in" filter="fade">
                                      <p:cBhvr>
                                        <p:cTn id="122" dur="520"/>
                                        <p:tgtEl>
                                          <p:spTgt spid="26"/>
                                        </p:tgtEl>
                                      </p:cBhvr>
                                    </p:animEffect>
                                  </p:childTnLst>
                                </p:cTn>
                              </p:par>
                              <p:par>
                                <p:cTn id="123" presetID="53" presetClass="entr" presetSubtype="16" fill="hold" grpId="0" nodeType="withEffect">
                                  <p:stCondLst>
                                    <p:cond delay="0"/>
                                  </p:stCondLst>
                                  <p:childTnLst>
                                    <p:set>
                                      <p:cBhvr>
                                        <p:cTn id="124" dur="1" fill="hold">
                                          <p:stCondLst>
                                            <p:cond delay="0"/>
                                          </p:stCondLst>
                                        </p:cTn>
                                        <p:tgtEl>
                                          <p:spTgt spid="27"/>
                                        </p:tgtEl>
                                        <p:attrNameLst>
                                          <p:attrName>style.visibility</p:attrName>
                                        </p:attrNameLst>
                                      </p:cBhvr>
                                      <p:to>
                                        <p:strVal val="visible"/>
                                      </p:to>
                                    </p:set>
                                    <p:anim calcmode="lin" valueType="num">
                                      <p:cBhvr>
                                        <p:cTn id="125" dur="520" decel="100000" fill="hold"/>
                                        <p:tgtEl>
                                          <p:spTgt spid="27"/>
                                        </p:tgtEl>
                                        <p:attrNameLst>
                                          <p:attrName>ppt_w</p:attrName>
                                        </p:attrNameLst>
                                      </p:cBhvr>
                                      <p:tavLst>
                                        <p:tav tm="0">
                                          <p:val>
                                            <p:fltVal val="0"/>
                                          </p:val>
                                        </p:tav>
                                        <p:tav tm="100000">
                                          <p:val>
                                            <p:strVal val="#ppt_w"/>
                                          </p:val>
                                        </p:tav>
                                      </p:tavLst>
                                    </p:anim>
                                    <p:anim calcmode="lin" valueType="num">
                                      <p:cBhvr>
                                        <p:cTn id="126" dur="520" decel="100000" fill="hold"/>
                                        <p:tgtEl>
                                          <p:spTgt spid="27"/>
                                        </p:tgtEl>
                                        <p:attrNameLst>
                                          <p:attrName>ppt_h</p:attrName>
                                        </p:attrNameLst>
                                      </p:cBhvr>
                                      <p:tavLst>
                                        <p:tav tm="0">
                                          <p:val>
                                            <p:fltVal val="0"/>
                                          </p:val>
                                        </p:tav>
                                        <p:tav tm="100000">
                                          <p:val>
                                            <p:strVal val="#ppt_h"/>
                                          </p:val>
                                        </p:tav>
                                      </p:tavLst>
                                    </p:anim>
                                    <p:animEffect transition="in" filter="fade">
                                      <p:cBhvr>
                                        <p:cTn id="127" dur="520"/>
                                        <p:tgtEl>
                                          <p:spTgt spid="27"/>
                                        </p:tgtEl>
                                      </p:cBhvr>
                                    </p:animEffect>
                                  </p:childTnLst>
                                </p:cTn>
                              </p:par>
                            </p:childTnLst>
                          </p:cTn>
                        </p:par>
                        <p:par>
                          <p:cTn id="158" fill="hold">
                            <p:stCondLst>
                              <p:cond delay="1900"/>
                            </p:stCondLst>
                            <p:childTnLst>
                              <p:par>
                                <p:cTn id="128" presetID="53" presetClass="entr" presetSubtype="16" fill="hold" grpId="0" nodeType="afterEffect">
                                  <p:stCondLst>
                                    <p:cond delay="0"/>
                                  </p:stCondLst>
                                  <p:childTnLst>
                                    <p:set>
                                      <p:cBhvr>
                                        <p:cTn id="129" dur="1" fill="hold">
                                          <p:stCondLst>
                                            <p:cond delay="0"/>
                                          </p:stCondLst>
                                        </p:cTn>
                                        <p:tgtEl>
                                          <p:spTgt spid="28"/>
                                        </p:tgtEl>
                                        <p:attrNameLst>
                                          <p:attrName>style.visibility</p:attrName>
                                        </p:attrNameLst>
                                      </p:cBhvr>
                                      <p:to>
                                        <p:strVal val="visible"/>
                                      </p:to>
                                    </p:set>
                                    <p:anim calcmode="lin" valueType="num">
                                      <p:cBhvr>
                                        <p:cTn id="130" dur="520" decel="100000" fill="hold"/>
                                        <p:tgtEl>
                                          <p:spTgt spid="28"/>
                                        </p:tgtEl>
                                        <p:attrNameLst>
                                          <p:attrName>ppt_w</p:attrName>
                                        </p:attrNameLst>
                                      </p:cBhvr>
                                      <p:tavLst>
                                        <p:tav tm="0">
                                          <p:val>
                                            <p:fltVal val="0"/>
                                          </p:val>
                                        </p:tav>
                                        <p:tav tm="100000">
                                          <p:val>
                                            <p:strVal val="#ppt_w"/>
                                          </p:val>
                                        </p:tav>
                                      </p:tavLst>
                                    </p:anim>
                                    <p:anim calcmode="lin" valueType="num">
                                      <p:cBhvr>
                                        <p:cTn id="131" dur="520" decel="100000" fill="hold"/>
                                        <p:tgtEl>
                                          <p:spTgt spid="28"/>
                                        </p:tgtEl>
                                        <p:attrNameLst>
                                          <p:attrName>ppt_h</p:attrName>
                                        </p:attrNameLst>
                                      </p:cBhvr>
                                      <p:tavLst>
                                        <p:tav tm="0">
                                          <p:val>
                                            <p:fltVal val="0"/>
                                          </p:val>
                                        </p:tav>
                                        <p:tav tm="100000">
                                          <p:val>
                                            <p:strVal val="#ppt_h"/>
                                          </p:val>
                                        </p:tav>
                                      </p:tavLst>
                                    </p:anim>
                                    <p:animEffect transition="in" filter="fade">
                                      <p:cBhvr>
                                        <p:cTn id="132" dur="520"/>
                                        <p:tgtEl>
                                          <p:spTgt spid="28"/>
                                        </p:tgtEl>
                                      </p:cBhvr>
                                    </p:animEffect>
                                  </p:childTnLst>
                                </p:cTn>
                              </p:par>
                              <p:par>
                                <p:cTn id="133" presetID="53" presetClass="entr" presetSubtype="16" fill="hold" grpId="0" nodeType="withEffect">
                                  <p:stCondLst>
                                    <p:cond delay="0"/>
                                  </p:stCondLst>
                                  <p:childTnLst>
                                    <p:set>
                                      <p:cBhvr>
                                        <p:cTn id="134" dur="1" fill="hold">
                                          <p:stCondLst>
                                            <p:cond delay="0"/>
                                          </p:stCondLst>
                                        </p:cTn>
                                        <p:tgtEl>
                                          <p:spTgt spid="29"/>
                                        </p:tgtEl>
                                        <p:attrNameLst>
                                          <p:attrName>style.visibility</p:attrName>
                                        </p:attrNameLst>
                                      </p:cBhvr>
                                      <p:to>
                                        <p:strVal val="visible"/>
                                      </p:to>
                                    </p:set>
                                    <p:anim calcmode="lin" valueType="num">
                                      <p:cBhvr>
                                        <p:cTn id="135" dur="520" decel="100000" fill="hold"/>
                                        <p:tgtEl>
                                          <p:spTgt spid="29"/>
                                        </p:tgtEl>
                                        <p:attrNameLst>
                                          <p:attrName>ppt_w</p:attrName>
                                        </p:attrNameLst>
                                      </p:cBhvr>
                                      <p:tavLst>
                                        <p:tav tm="0">
                                          <p:val>
                                            <p:fltVal val="0"/>
                                          </p:val>
                                        </p:tav>
                                        <p:tav tm="100000">
                                          <p:val>
                                            <p:strVal val="#ppt_w"/>
                                          </p:val>
                                        </p:tav>
                                      </p:tavLst>
                                    </p:anim>
                                    <p:anim calcmode="lin" valueType="num">
                                      <p:cBhvr>
                                        <p:cTn id="136" dur="520" decel="100000" fill="hold"/>
                                        <p:tgtEl>
                                          <p:spTgt spid="29"/>
                                        </p:tgtEl>
                                        <p:attrNameLst>
                                          <p:attrName>ppt_h</p:attrName>
                                        </p:attrNameLst>
                                      </p:cBhvr>
                                      <p:tavLst>
                                        <p:tav tm="0">
                                          <p:val>
                                            <p:fltVal val="0"/>
                                          </p:val>
                                        </p:tav>
                                        <p:tav tm="100000">
                                          <p:val>
                                            <p:strVal val="#ppt_h"/>
                                          </p:val>
                                        </p:tav>
                                      </p:tavLst>
                                    </p:anim>
                                    <p:animEffect transition="in" filter="fade">
                                      <p:cBhvr>
                                        <p:cTn id="137" dur="520"/>
                                        <p:tgtEl>
                                          <p:spTgt spid="29"/>
                                        </p:tgtEl>
                                      </p:cBhvr>
                                    </p:animEffect>
                                  </p:childTnLst>
                                </p:cTn>
                              </p:par>
                              <p:par>
                                <p:cTn id="138" presetID="53" presetClass="entr" presetSubtype="16" fill="hold" grpId="0" nodeType="withEffect">
                                  <p:stCondLst>
                                    <p:cond delay="0"/>
                                  </p:stCondLst>
                                  <p:childTnLst>
                                    <p:set>
                                      <p:cBhvr>
                                        <p:cTn id="139" dur="1" fill="hold">
                                          <p:stCondLst>
                                            <p:cond delay="0"/>
                                          </p:stCondLst>
                                        </p:cTn>
                                        <p:tgtEl>
                                          <p:spTgt spid="30"/>
                                        </p:tgtEl>
                                        <p:attrNameLst>
                                          <p:attrName>style.visibility</p:attrName>
                                        </p:attrNameLst>
                                      </p:cBhvr>
                                      <p:to>
                                        <p:strVal val="visible"/>
                                      </p:to>
                                    </p:set>
                                    <p:anim calcmode="lin" valueType="num">
                                      <p:cBhvr>
                                        <p:cTn id="140" dur="520" decel="100000" fill="hold"/>
                                        <p:tgtEl>
                                          <p:spTgt spid="30"/>
                                        </p:tgtEl>
                                        <p:attrNameLst>
                                          <p:attrName>ppt_w</p:attrName>
                                        </p:attrNameLst>
                                      </p:cBhvr>
                                      <p:tavLst>
                                        <p:tav tm="0">
                                          <p:val>
                                            <p:fltVal val="0"/>
                                          </p:val>
                                        </p:tav>
                                        <p:tav tm="100000">
                                          <p:val>
                                            <p:strVal val="#ppt_w"/>
                                          </p:val>
                                        </p:tav>
                                      </p:tavLst>
                                    </p:anim>
                                    <p:anim calcmode="lin" valueType="num">
                                      <p:cBhvr>
                                        <p:cTn id="141" dur="520" decel="100000" fill="hold"/>
                                        <p:tgtEl>
                                          <p:spTgt spid="30"/>
                                        </p:tgtEl>
                                        <p:attrNameLst>
                                          <p:attrName>ppt_h</p:attrName>
                                        </p:attrNameLst>
                                      </p:cBhvr>
                                      <p:tavLst>
                                        <p:tav tm="0">
                                          <p:val>
                                            <p:fltVal val="0"/>
                                          </p:val>
                                        </p:tav>
                                        <p:tav tm="100000">
                                          <p:val>
                                            <p:strVal val="#ppt_h"/>
                                          </p:val>
                                        </p:tav>
                                      </p:tavLst>
                                    </p:anim>
                                    <p:animEffect transition="in" filter="fade">
                                      <p:cBhvr>
                                        <p:cTn id="142" dur="520"/>
                                        <p:tgtEl>
                                          <p:spTgt spid="30"/>
                                        </p:tgtEl>
                                      </p:cBhvr>
                                    </p:animEffect>
                                  </p:childTnLst>
                                </p:cTn>
                              </p:par>
                              <p:par>
                                <p:cTn id="143" presetID="53" presetClass="entr" presetSubtype="16" fill="hold" grpId="0" nodeType="withEffect">
                                  <p:stCondLst>
                                    <p:cond delay="0"/>
                                  </p:stCondLst>
                                  <p:childTnLst>
                                    <p:set>
                                      <p:cBhvr>
                                        <p:cTn id="144" dur="1" fill="hold">
                                          <p:stCondLst>
                                            <p:cond delay="0"/>
                                          </p:stCondLst>
                                        </p:cTn>
                                        <p:tgtEl>
                                          <p:spTgt spid="31"/>
                                        </p:tgtEl>
                                        <p:attrNameLst>
                                          <p:attrName>style.visibility</p:attrName>
                                        </p:attrNameLst>
                                      </p:cBhvr>
                                      <p:to>
                                        <p:strVal val="visible"/>
                                      </p:to>
                                    </p:set>
                                    <p:anim calcmode="lin" valueType="num">
                                      <p:cBhvr>
                                        <p:cTn id="145" dur="520" decel="100000" fill="hold"/>
                                        <p:tgtEl>
                                          <p:spTgt spid="31"/>
                                        </p:tgtEl>
                                        <p:attrNameLst>
                                          <p:attrName>ppt_w</p:attrName>
                                        </p:attrNameLst>
                                      </p:cBhvr>
                                      <p:tavLst>
                                        <p:tav tm="0">
                                          <p:val>
                                            <p:fltVal val="0"/>
                                          </p:val>
                                        </p:tav>
                                        <p:tav tm="100000">
                                          <p:val>
                                            <p:strVal val="#ppt_w"/>
                                          </p:val>
                                        </p:tav>
                                      </p:tavLst>
                                    </p:anim>
                                    <p:anim calcmode="lin" valueType="num">
                                      <p:cBhvr>
                                        <p:cTn id="146" dur="520" decel="100000" fill="hold"/>
                                        <p:tgtEl>
                                          <p:spTgt spid="31"/>
                                        </p:tgtEl>
                                        <p:attrNameLst>
                                          <p:attrName>ppt_h</p:attrName>
                                        </p:attrNameLst>
                                      </p:cBhvr>
                                      <p:tavLst>
                                        <p:tav tm="0">
                                          <p:val>
                                            <p:fltVal val="0"/>
                                          </p:val>
                                        </p:tav>
                                        <p:tav tm="100000">
                                          <p:val>
                                            <p:strVal val="#ppt_h"/>
                                          </p:val>
                                        </p:tav>
                                      </p:tavLst>
                                    </p:anim>
                                    <p:animEffect transition="in" filter="fade">
                                      <p:cBhvr>
                                        <p:cTn id="147" dur="520"/>
                                        <p:tgtEl>
                                          <p:spTgt spid="31"/>
                                        </p:tgtEl>
                                      </p:cBhvr>
                                    </p:animEffect>
                                  </p:childTnLst>
                                </p:cTn>
                              </p:par>
                              <p:par>
                                <p:cTn id="148" presetID="53" presetClass="entr" presetSubtype="16" fill="hold" grpId="0" nodeType="withEffect">
                                  <p:stCondLst>
                                    <p:cond delay="0"/>
                                  </p:stCondLst>
                                  <p:childTnLst>
                                    <p:set>
                                      <p:cBhvr>
                                        <p:cTn id="149" dur="1" fill="hold">
                                          <p:stCondLst>
                                            <p:cond delay="0"/>
                                          </p:stCondLst>
                                        </p:cTn>
                                        <p:tgtEl>
                                          <p:spTgt spid="32"/>
                                        </p:tgtEl>
                                        <p:attrNameLst>
                                          <p:attrName>style.visibility</p:attrName>
                                        </p:attrNameLst>
                                      </p:cBhvr>
                                      <p:to>
                                        <p:strVal val="visible"/>
                                      </p:to>
                                    </p:set>
                                    <p:anim calcmode="lin" valueType="num">
                                      <p:cBhvr>
                                        <p:cTn id="150" dur="520" decel="100000" fill="hold"/>
                                        <p:tgtEl>
                                          <p:spTgt spid="32"/>
                                        </p:tgtEl>
                                        <p:attrNameLst>
                                          <p:attrName>ppt_w</p:attrName>
                                        </p:attrNameLst>
                                      </p:cBhvr>
                                      <p:tavLst>
                                        <p:tav tm="0">
                                          <p:val>
                                            <p:fltVal val="0"/>
                                          </p:val>
                                        </p:tav>
                                        <p:tav tm="100000">
                                          <p:val>
                                            <p:strVal val="#ppt_w"/>
                                          </p:val>
                                        </p:tav>
                                      </p:tavLst>
                                    </p:anim>
                                    <p:anim calcmode="lin" valueType="num">
                                      <p:cBhvr>
                                        <p:cTn id="151" dur="520" decel="100000" fill="hold"/>
                                        <p:tgtEl>
                                          <p:spTgt spid="32"/>
                                        </p:tgtEl>
                                        <p:attrNameLst>
                                          <p:attrName>ppt_h</p:attrName>
                                        </p:attrNameLst>
                                      </p:cBhvr>
                                      <p:tavLst>
                                        <p:tav tm="0">
                                          <p:val>
                                            <p:fltVal val="0"/>
                                          </p:val>
                                        </p:tav>
                                        <p:tav tm="100000">
                                          <p:val>
                                            <p:strVal val="#ppt_h"/>
                                          </p:val>
                                        </p:tav>
                                      </p:tavLst>
                                    </p:anim>
                                    <p:animEffect transition="in" filter="fade">
                                      <p:cBhvr>
                                        <p:cTn id="152" dur="52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Lst>
  </p:timing>
</p:sld>
</file>

<file path=ppt/theme/theme1.xml><?xml version="1.0" encoding="utf-8"?>
<a:theme xmlns:a="http://schemas.openxmlformats.org/drawingml/2006/main" name="Neighbor Onboarding">
  <a:themeElements>
    <a:clrScheme name="Neighbor Onboarding">
      <a:dk1>
        <a:srgbClr val="1B2A49"/>
      </a:dk1>
      <a:lt1>
        <a:srgbClr val="FFFFFF"/>
      </a:lt1>
      <a:dk2>
        <a:srgbClr val="4A5672"/>
      </a:dk2>
      <a:lt2>
        <a:srgbClr val="E8EEF8"/>
      </a:lt2>
      <a:accent1>
        <a:srgbClr val="F4565A"/>
      </a:accent1>
      <a:accent2>
        <a:srgbClr val="17B3A3"/>
      </a:accent2>
      <a:accent3>
        <a:srgbClr val="FFAE00"/>
      </a:accent3>
      <a:accent4>
        <a:srgbClr val="6E4DF5"/>
      </a:accent4>
      <a:accent5>
        <a:srgbClr val="2DBE6C"/>
      </a:accent5>
      <a:accent6>
        <a:srgbClr val="E63946"/>
      </a:accent6>
      <a:hlink>
        <a:srgbClr val="7B61FF"/>
      </a:hlink>
      <a:folHlink>
        <a:srgbClr val="4A5672"/>
      </a:folHlink>
    </a:clrScheme>
    <a:fontScheme name="Neighbor Onboard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Proposed Provider Onboarding Redesign</dc:title>
  <dc:subject>PptxGenJS Presentation</dc:subject>
  <dc:creator>Eben</dc:creator>
  <cp:lastModifiedBy>Eben</cp:lastModifiedBy>
  <cp:revision>1</cp:revision>
  <dcterms:created xsi:type="dcterms:W3CDTF">2026-10-22T20:55:03Z</dcterms:created>
  <dcterms:modified xsi:type="dcterms:W3CDTF">2026-10-22T20:55:03Z</dcterms:modified>
</cp:coreProperties>
</file>